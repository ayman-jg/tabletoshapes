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6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D16B-B3E8-8D7C-8373-899EE5E1E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E83C0-3AAE-6477-4B5E-22DB722D1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93EF-AE72-CD08-6905-48F6CD77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2781-0061-662E-BCB9-D8F27A405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3B846-CEEE-F99B-15E4-7D54065A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C585B-53EA-65E1-A3B4-DC27AEAC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A6BC4-964D-F127-2351-472C1C62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AFA3-1E21-3C21-DD28-ADDC6C5C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6AA3F-F702-B30B-0631-415B53F1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620C9-7031-814A-65CA-0225FD90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78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4ACF-DCE3-1C4F-0A58-4C601786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7278B-2C48-E66D-520F-D6953B939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CB37-E923-2524-53EC-DC1268CF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28F5-E9AA-4689-25DF-BBB5F798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8983A-DA98-1DD0-55B3-A2C35593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94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48D7-DEAE-D71F-05B7-61548F9A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5A97D-1B45-6C1C-DB3D-827C114BD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41F6A-D240-914F-3CD8-8E80E1AA7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2F680-DA42-8A7A-0106-4EB7BF0C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7652C-EE90-5AE0-7A0A-251C6265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9CBB8-FB6B-7C25-F55F-4719ADB9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13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CED47-ADC4-9E38-85C7-D194B70D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20C52-BFBE-9123-4A99-51BDB7CDA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97CAC-E982-EDA8-115F-9649A5E7A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E1148-1087-6E19-B0FB-1F950F2F0B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733D7-E212-8B2D-98E4-DE4F6098D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3F5E7-4AA9-19AF-2FED-D7C365C21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51A51-0049-544E-49E9-C93CC4CA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85697-3806-C633-F012-41BF2AE8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72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92B4-8EB3-089D-4477-188D475D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30AD1-9B49-236D-AD4A-A458BBE8A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7CBD6-32EB-A015-9C98-A5232412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1BF11-9CB3-EB60-9262-7CAF1457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7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D32CE-EBB8-ED85-CCF3-E01417F9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9B0A9-D8C9-5C2F-049E-991FF7DC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583A-F69A-1244-A4AF-D231C392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38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B4EB-7124-36CD-E381-F2D39C8E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81EF-0652-7F98-05B2-15F15BEFA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A2D12-7BE5-5403-E276-3E46A4E55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BFC34-78E6-03B0-32B2-24E1E2B2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F42B0-7F8E-E9C7-B597-91B86873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32501-FBE3-62F4-095A-68F40289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35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F523-E825-752A-F5F9-7A687AF1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DF8F8-661F-D54F-5117-D99998AFC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3E402-4497-8764-0B16-C04CA7B9F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DF847-C011-01BB-7D71-DF8CC2B3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43D6F-837C-2C0C-6369-5F4715AD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9D284-7998-B89D-D665-66631744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94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208D-7E59-70C1-E82F-7657C31E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5E69A-8C1F-B8F6-67F7-3530F103C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86FC-B2C4-3A75-C3F4-41BF28083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300B-45F7-85EA-3AC9-31C349B6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39CC9-AEC6-B1C0-B29C-02F5A380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72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AD1B3-666B-D71D-E224-1C13919333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9E4AA-36CE-3695-9885-F68353345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06EC8-4C78-2E58-209F-B1CC89AB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1143-CEBE-93F6-FA1F-9F5342B8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6690-71B7-7F74-AC31-0EE517C2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72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FCCC2-626C-DC20-D197-3205DAC4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A3D5-0CFF-7666-93AB-603E21406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7EF-B468-191C-1F45-466C8B714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EA29C-2328-49C0-844B-9FB8D19CD72F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F946-E645-9D65-EFAD-1E52F829D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B5E8A-9CD5-71AD-ECED-883159BA7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37ABE-905B-4836-AC98-93E18F0FEE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58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6622-5282-A97A-AEF2-92E1A18A0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5AF153-67C2-4F3E-E955-9ACF50444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67639"/>
              </p:ext>
            </p:extLst>
          </p:nvPr>
        </p:nvGraphicFramePr>
        <p:xfrm>
          <a:off x="1720273" y="1097896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931638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22711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21115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 </a:t>
                      </a: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ME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 rowSpan="2" gridSpan="2">
                  <a:txBody>
                    <a:bodyPr/>
                    <a:lstStyle/>
                    <a:p>
                      <a:r>
                        <a:rPr lang="en-GB" dirty="0"/>
                        <a:t>This is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MERGED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7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1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ro2a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811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41B3E3B-FBF8-B23A-9667-06F5C7A583D8}"/>
              </a:ext>
            </a:extLst>
          </p:cNvPr>
          <p:cNvSpPr txBox="1"/>
          <p:nvPr/>
        </p:nvSpPr>
        <p:spPr>
          <a:xfrm>
            <a:off x="1641762" y="640079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1 - before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195D8E-0F1F-E794-76E2-6F8AD287E60C}"/>
              </a:ext>
            </a:extLst>
          </p:cNvPr>
          <p:cNvSpPr txBox="1"/>
          <p:nvPr/>
        </p:nvSpPr>
        <p:spPr>
          <a:xfrm>
            <a:off x="1641761" y="4092079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1 – after conversion</a:t>
            </a:r>
          </a:p>
        </p:txBody>
      </p:sp>
      <p:grpSp>
        <p:nvGrpSpPr>
          <p:cNvPr id="45" name="ConvertedTable">
            <a:extLst>
              <a:ext uri="{FF2B5EF4-FFF2-40B4-BE49-F238E27FC236}">
                <a16:creationId xmlns:a16="http://schemas.microsoft.com/office/drawing/2014/main" id="{CEA48143-7B5D-8E4A-4DB6-338995807BF6}"/>
              </a:ext>
            </a:extLst>
          </p:cNvPr>
          <p:cNvGrpSpPr/>
          <p:nvPr/>
        </p:nvGrpSpPr>
        <p:grpSpPr>
          <a:xfrm>
            <a:off x="1720215" y="4505198"/>
            <a:ext cx="8128000" cy="1478280"/>
            <a:chOff x="1720215" y="4505198"/>
            <a:chExt cx="8128000" cy="1478280"/>
          </a:xfrm>
        </p:grpSpPr>
        <p:sp>
          <p:nvSpPr>
            <p:cNvPr id="13" name="T2S_Rectangle 12">
              <a:extLst>
                <a:ext uri="{FF2B5EF4-FFF2-40B4-BE49-F238E27FC236}">
                  <a16:creationId xmlns:a16="http://schemas.microsoft.com/office/drawing/2014/main" id="{5954AD73-8D28-7403-F3F1-C12FCBD9D714}"/>
                </a:ext>
              </a:extLst>
            </p:cNvPr>
            <p:cNvSpPr/>
            <p:nvPr/>
          </p:nvSpPr>
          <p:spPr>
            <a:xfrm>
              <a:off x="1720215" y="4505198"/>
              <a:ext cx="2709418" cy="365760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FFFF"/>
                  </a:solidFill>
                  <a:latin typeface="Aptos" panose="020B0004020202020204" pitchFamily="34" charset="0"/>
                </a:rPr>
                <a:t>he1</a:t>
              </a:r>
            </a:p>
          </p:txBody>
        </p:sp>
        <p:sp>
          <p:nvSpPr>
            <p:cNvPr id="14" name="T2S_Rectangle 13">
              <a:extLst>
                <a:ext uri="{FF2B5EF4-FFF2-40B4-BE49-F238E27FC236}">
                  <a16:creationId xmlns:a16="http://schemas.microsoft.com/office/drawing/2014/main" id="{190F4B78-F204-44FC-222D-61184A29B420}"/>
                </a:ext>
              </a:extLst>
            </p:cNvPr>
            <p:cNvSpPr/>
            <p:nvPr/>
          </p:nvSpPr>
          <p:spPr>
            <a:xfrm>
              <a:off x="4429633" y="4505198"/>
              <a:ext cx="2709291" cy="365760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FFFF"/>
                  </a:solidFill>
                  <a:latin typeface="Aptos" panose="020B0004020202020204" pitchFamily="34" charset="0"/>
                </a:rPr>
                <a:t>he2</a:t>
              </a:r>
            </a:p>
          </p:txBody>
        </p:sp>
        <p:sp>
          <p:nvSpPr>
            <p:cNvPr id="15" name="T2S_Rectangle 14">
              <a:extLst>
                <a:ext uri="{FF2B5EF4-FFF2-40B4-BE49-F238E27FC236}">
                  <a16:creationId xmlns:a16="http://schemas.microsoft.com/office/drawing/2014/main" id="{C79C37CB-4411-D1B2-0471-F4046989DB81}"/>
                </a:ext>
              </a:extLst>
            </p:cNvPr>
            <p:cNvSpPr/>
            <p:nvPr/>
          </p:nvSpPr>
          <p:spPr>
            <a:xfrm>
              <a:off x="7138924" y="4505198"/>
              <a:ext cx="2709291" cy="365760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0000"/>
                  </a:solidFill>
                  <a:latin typeface="Aptos" panose="020B0004020202020204" pitchFamily="34" charset="0"/>
                </a:rPr>
                <a:t>test</a:t>
              </a:r>
            </a:p>
          </p:txBody>
        </p:sp>
        <p:sp>
          <p:nvSpPr>
            <p:cNvPr id="16" name="T2S_Rectangle 15">
              <a:extLst>
                <a:ext uri="{FF2B5EF4-FFF2-40B4-BE49-F238E27FC236}">
                  <a16:creationId xmlns:a16="http://schemas.microsoft.com/office/drawing/2014/main" id="{36D9C8A9-D7F2-4865-4C0A-5DF792821A86}"/>
                </a:ext>
              </a:extLst>
            </p:cNvPr>
            <p:cNvSpPr/>
            <p:nvPr/>
          </p:nvSpPr>
          <p:spPr>
            <a:xfrm>
              <a:off x="1720215" y="4870958"/>
              <a:ext cx="2709418" cy="370840"/>
            </a:xfrm>
            <a:prstGeom prst="rect">
              <a:avLst/>
            </a:prstGeom>
            <a:solidFill>
              <a:srgbClr val="CCD2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Aptos" panose="020B0004020202020204" pitchFamily="34" charset="0"/>
                </a:rPr>
                <a:t>Test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ME</a:t>
              </a:r>
            </a:p>
          </p:txBody>
        </p:sp>
        <p:sp>
          <p:nvSpPr>
            <p:cNvPr id="17" name="T2S_Rectangle 16">
              <a:extLst>
                <a:ext uri="{FF2B5EF4-FFF2-40B4-BE49-F238E27FC236}">
                  <a16:creationId xmlns:a16="http://schemas.microsoft.com/office/drawing/2014/main" id="{4AC1CAF1-C6F7-2FBA-B95F-BF593AF3CD8E}"/>
                </a:ext>
              </a:extLst>
            </p:cNvPr>
            <p:cNvSpPr/>
            <p:nvPr/>
          </p:nvSpPr>
          <p:spPr>
            <a:xfrm>
              <a:off x="4429633" y="4870958"/>
              <a:ext cx="5418582" cy="741680"/>
            </a:xfrm>
            <a:prstGeom prst="rect">
              <a:avLst/>
            </a:prstGeom>
            <a:solidFill>
              <a:srgbClr val="CCD2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This is </a:t>
              </a:r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MERGED</a:t>
              </a:r>
            </a:p>
          </p:txBody>
        </p:sp>
        <p:sp>
          <p:nvSpPr>
            <p:cNvPr id="18" name="T2S_Rectangle 17">
              <a:extLst>
                <a:ext uri="{FF2B5EF4-FFF2-40B4-BE49-F238E27FC236}">
                  <a16:creationId xmlns:a16="http://schemas.microsoft.com/office/drawing/2014/main" id="{9AF18C22-1350-C94B-DEF3-92D65873786A}"/>
                </a:ext>
              </a:extLst>
            </p:cNvPr>
            <p:cNvSpPr/>
            <p:nvPr/>
          </p:nvSpPr>
          <p:spPr>
            <a:xfrm>
              <a:off x="1720215" y="5241798"/>
              <a:ext cx="2709418" cy="370840"/>
            </a:xfrm>
            <a:prstGeom prst="rect">
              <a:avLst/>
            </a:prstGeom>
            <a:solidFill>
              <a:srgbClr val="E7EAE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</p:txBody>
        </p:sp>
        <p:sp>
          <p:nvSpPr>
            <p:cNvPr id="19" name="T2S_Rectangle 18">
              <a:extLst>
                <a:ext uri="{FF2B5EF4-FFF2-40B4-BE49-F238E27FC236}">
                  <a16:creationId xmlns:a16="http://schemas.microsoft.com/office/drawing/2014/main" id="{7CD63392-3D7F-EEBA-9293-632A78CEAEA9}"/>
                </a:ext>
              </a:extLst>
            </p:cNvPr>
            <p:cNvSpPr/>
            <p:nvPr/>
          </p:nvSpPr>
          <p:spPr>
            <a:xfrm>
              <a:off x="1720215" y="5612638"/>
              <a:ext cx="2709418" cy="370840"/>
            </a:xfrm>
            <a:prstGeom prst="rect">
              <a:avLst/>
            </a:prstGeom>
            <a:solidFill>
              <a:srgbClr val="CCD2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ro2a</a:t>
              </a:r>
            </a:p>
          </p:txBody>
        </p:sp>
        <p:sp>
          <p:nvSpPr>
            <p:cNvPr id="20" name="T2S_Rectangle 19">
              <a:extLst>
                <a:ext uri="{FF2B5EF4-FFF2-40B4-BE49-F238E27FC236}">
                  <a16:creationId xmlns:a16="http://schemas.microsoft.com/office/drawing/2014/main" id="{A1D9F8E9-B6B6-5769-AF5E-8EFED5E7D817}"/>
                </a:ext>
              </a:extLst>
            </p:cNvPr>
            <p:cNvSpPr/>
            <p:nvPr/>
          </p:nvSpPr>
          <p:spPr>
            <a:xfrm>
              <a:off x="4429633" y="5612638"/>
              <a:ext cx="2709291" cy="370840"/>
            </a:xfrm>
            <a:prstGeom prst="rect">
              <a:avLst/>
            </a:prstGeom>
            <a:solidFill>
              <a:srgbClr val="CCD2D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ed2</a:t>
              </a:r>
            </a:p>
          </p:txBody>
        </p:sp>
        <p:sp>
          <p:nvSpPr>
            <p:cNvPr id="21" name="T2S_Rectangle 20">
              <a:extLst>
                <a:ext uri="{FF2B5EF4-FFF2-40B4-BE49-F238E27FC236}">
                  <a16:creationId xmlns:a16="http://schemas.microsoft.com/office/drawing/2014/main" id="{6479886D-15BD-B1C0-AACD-C49346272636}"/>
                </a:ext>
              </a:extLst>
            </p:cNvPr>
            <p:cNvSpPr/>
            <p:nvPr/>
          </p:nvSpPr>
          <p:spPr>
            <a:xfrm>
              <a:off x="7138924" y="5612638"/>
              <a:ext cx="2709291" cy="370840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r</a:t>
              </a:r>
            </a:p>
          </p:txBody>
        </p:sp>
        <p:cxnSp>
          <p:nvCxnSpPr>
            <p:cNvPr id="22" name="T2S_Straight Connector 21">
              <a:extLst>
                <a:ext uri="{FF2B5EF4-FFF2-40B4-BE49-F238E27FC236}">
                  <a16:creationId xmlns:a16="http://schemas.microsoft.com/office/drawing/2014/main" id="{D55C6CE4-67C0-4F02-F745-FE1861E412B4}"/>
                </a:ext>
              </a:extLst>
            </p:cNvPr>
            <p:cNvCxnSpPr/>
            <p:nvPr/>
          </p:nvCxnSpPr>
          <p:spPr>
            <a:xfrm>
              <a:off x="1720215" y="4505198"/>
              <a:ext cx="0" cy="36576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T2S_Straight Connector 22">
              <a:extLst>
                <a:ext uri="{FF2B5EF4-FFF2-40B4-BE49-F238E27FC236}">
                  <a16:creationId xmlns:a16="http://schemas.microsoft.com/office/drawing/2014/main" id="{6214B908-7971-8A44-86E6-9D2A6F47185A}"/>
                </a:ext>
              </a:extLst>
            </p:cNvPr>
            <p:cNvCxnSpPr/>
            <p:nvPr/>
          </p:nvCxnSpPr>
          <p:spPr>
            <a:xfrm>
              <a:off x="1720215" y="487095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T2S_Straight Connector 23">
              <a:extLst>
                <a:ext uri="{FF2B5EF4-FFF2-40B4-BE49-F238E27FC236}">
                  <a16:creationId xmlns:a16="http://schemas.microsoft.com/office/drawing/2014/main" id="{6D1C67CE-3BFD-1EF5-4C31-E29CB59D113B}"/>
                </a:ext>
              </a:extLst>
            </p:cNvPr>
            <p:cNvCxnSpPr/>
            <p:nvPr/>
          </p:nvCxnSpPr>
          <p:spPr>
            <a:xfrm>
              <a:off x="1720215" y="561263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T2S_Straight Connector 24">
              <a:extLst>
                <a:ext uri="{FF2B5EF4-FFF2-40B4-BE49-F238E27FC236}">
                  <a16:creationId xmlns:a16="http://schemas.microsoft.com/office/drawing/2014/main" id="{5FAFDF3E-846B-45EF-FC1A-E04AB5ABECCD}"/>
                </a:ext>
              </a:extLst>
            </p:cNvPr>
            <p:cNvCxnSpPr/>
            <p:nvPr/>
          </p:nvCxnSpPr>
          <p:spPr>
            <a:xfrm>
              <a:off x="4429633" y="4505198"/>
              <a:ext cx="0" cy="36576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T2S_Straight Connector 25">
              <a:extLst>
                <a:ext uri="{FF2B5EF4-FFF2-40B4-BE49-F238E27FC236}">
                  <a16:creationId xmlns:a16="http://schemas.microsoft.com/office/drawing/2014/main" id="{5D5B3B8A-D560-A234-319C-20D7FB820C77}"/>
                </a:ext>
              </a:extLst>
            </p:cNvPr>
            <p:cNvCxnSpPr/>
            <p:nvPr/>
          </p:nvCxnSpPr>
          <p:spPr>
            <a:xfrm>
              <a:off x="4429633" y="487095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T2S_Straight Connector 26">
              <a:extLst>
                <a:ext uri="{FF2B5EF4-FFF2-40B4-BE49-F238E27FC236}">
                  <a16:creationId xmlns:a16="http://schemas.microsoft.com/office/drawing/2014/main" id="{B00A4B9D-EBB7-5247-EBC5-766C42A669E7}"/>
                </a:ext>
              </a:extLst>
            </p:cNvPr>
            <p:cNvCxnSpPr/>
            <p:nvPr/>
          </p:nvCxnSpPr>
          <p:spPr>
            <a:xfrm>
              <a:off x="4429633" y="561263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T2S_Straight Connector 27">
              <a:extLst>
                <a:ext uri="{FF2B5EF4-FFF2-40B4-BE49-F238E27FC236}">
                  <a16:creationId xmlns:a16="http://schemas.microsoft.com/office/drawing/2014/main" id="{8CE06FD6-D7DF-D818-97A5-8E9D86E23CE3}"/>
                </a:ext>
              </a:extLst>
            </p:cNvPr>
            <p:cNvCxnSpPr/>
            <p:nvPr/>
          </p:nvCxnSpPr>
          <p:spPr>
            <a:xfrm>
              <a:off x="7138924" y="4505198"/>
              <a:ext cx="0" cy="36576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T2S_Straight Connector 28">
              <a:extLst>
                <a:ext uri="{FF2B5EF4-FFF2-40B4-BE49-F238E27FC236}">
                  <a16:creationId xmlns:a16="http://schemas.microsoft.com/office/drawing/2014/main" id="{FB362AAB-BB19-E996-B5E4-18EC52B82131}"/>
                </a:ext>
              </a:extLst>
            </p:cNvPr>
            <p:cNvCxnSpPr/>
            <p:nvPr/>
          </p:nvCxnSpPr>
          <p:spPr>
            <a:xfrm>
              <a:off x="7138924" y="561263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T2S_Straight Connector 29">
              <a:extLst>
                <a:ext uri="{FF2B5EF4-FFF2-40B4-BE49-F238E27FC236}">
                  <a16:creationId xmlns:a16="http://schemas.microsoft.com/office/drawing/2014/main" id="{AFD46874-70B4-E5E0-42EC-87CD4EAFFBF0}"/>
                </a:ext>
              </a:extLst>
            </p:cNvPr>
            <p:cNvCxnSpPr/>
            <p:nvPr/>
          </p:nvCxnSpPr>
          <p:spPr>
            <a:xfrm>
              <a:off x="9848215" y="4505198"/>
              <a:ext cx="0" cy="36576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T2S_Straight Connector 30">
              <a:extLst>
                <a:ext uri="{FF2B5EF4-FFF2-40B4-BE49-F238E27FC236}">
                  <a16:creationId xmlns:a16="http://schemas.microsoft.com/office/drawing/2014/main" id="{F720C348-7920-AB60-D40C-3EEDCAF11C28}"/>
                </a:ext>
              </a:extLst>
            </p:cNvPr>
            <p:cNvCxnSpPr/>
            <p:nvPr/>
          </p:nvCxnSpPr>
          <p:spPr>
            <a:xfrm>
              <a:off x="9848215" y="487095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T2S_Straight Connector 31">
              <a:extLst>
                <a:ext uri="{FF2B5EF4-FFF2-40B4-BE49-F238E27FC236}">
                  <a16:creationId xmlns:a16="http://schemas.microsoft.com/office/drawing/2014/main" id="{DA2659E7-A004-133F-DA25-96C44FA82A10}"/>
                </a:ext>
              </a:extLst>
            </p:cNvPr>
            <p:cNvCxnSpPr/>
            <p:nvPr/>
          </p:nvCxnSpPr>
          <p:spPr>
            <a:xfrm>
              <a:off x="9848215" y="524179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T2S_Straight Connector 32">
              <a:extLst>
                <a:ext uri="{FF2B5EF4-FFF2-40B4-BE49-F238E27FC236}">
                  <a16:creationId xmlns:a16="http://schemas.microsoft.com/office/drawing/2014/main" id="{F67BB4EF-1DC9-4857-1B83-A83B02DAECDF}"/>
                </a:ext>
              </a:extLst>
            </p:cNvPr>
            <p:cNvCxnSpPr/>
            <p:nvPr/>
          </p:nvCxnSpPr>
          <p:spPr>
            <a:xfrm>
              <a:off x="9848215" y="5612638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T2S_Straight Connector 33">
              <a:extLst>
                <a:ext uri="{FF2B5EF4-FFF2-40B4-BE49-F238E27FC236}">
                  <a16:creationId xmlns:a16="http://schemas.microsoft.com/office/drawing/2014/main" id="{594F807D-C74E-A77D-BC13-5DC6F1183321}"/>
                </a:ext>
              </a:extLst>
            </p:cNvPr>
            <p:cNvCxnSpPr/>
            <p:nvPr/>
          </p:nvCxnSpPr>
          <p:spPr>
            <a:xfrm>
              <a:off x="1720215" y="4505198"/>
              <a:ext cx="2709418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T2S_Straight Connector 34">
              <a:extLst>
                <a:ext uri="{FF2B5EF4-FFF2-40B4-BE49-F238E27FC236}">
                  <a16:creationId xmlns:a16="http://schemas.microsoft.com/office/drawing/2014/main" id="{7BA7C07A-0CB5-C452-36F6-BFE779E55953}"/>
                </a:ext>
              </a:extLst>
            </p:cNvPr>
            <p:cNvCxnSpPr/>
            <p:nvPr/>
          </p:nvCxnSpPr>
          <p:spPr>
            <a:xfrm>
              <a:off x="4429633" y="450519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T2S_Straight Connector 35">
              <a:extLst>
                <a:ext uri="{FF2B5EF4-FFF2-40B4-BE49-F238E27FC236}">
                  <a16:creationId xmlns:a16="http://schemas.microsoft.com/office/drawing/2014/main" id="{8F8A5F63-6E48-4557-D2A7-12C934D71390}"/>
                </a:ext>
              </a:extLst>
            </p:cNvPr>
            <p:cNvCxnSpPr/>
            <p:nvPr/>
          </p:nvCxnSpPr>
          <p:spPr>
            <a:xfrm>
              <a:off x="7138924" y="450519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T2S_Straight Connector 36">
              <a:extLst>
                <a:ext uri="{FF2B5EF4-FFF2-40B4-BE49-F238E27FC236}">
                  <a16:creationId xmlns:a16="http://schemas.microsoft.com/office/drawing/2014/main" id="{2030374E-7279-018A-7AE7-F3967B4A155A}"/>
                </a:ext>
              </a:extLst>
            </p:cNvPr>
            <p:cNvCxnSpPr/>
            <p:nvPr/>
          </p:nvCxnSpPr>
          <p:spPr>
            <a:xfrm>
              <a:off x="1720215" y="4870958"/>
              <a:ext cx="2709418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T2S_Straight Connector 37">
              <a:extLst>
                <a:ext uri="{FF2B5EF4-FFF2-40B4-BE49-F238E27FC236}">
                  <a16:creationId xmlns:a16="http://schemas.microsoft.com/office/drawing/2014/main" id="{BE574D3B-5878-DB35-6F01-B224DD6236E3}"/>
                </a:ext>
              </a:extLst>
            </p:cNvPr>
            <p:cNvCxnSpPr/>
            <p:nvPr/>
          </p:nvCxnSpPr>
          <p:spPr>
            <a:xfrm>
              <a:off x="4429633" y="4870958"/>
              <a:ext cx="2709291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T2S_Straight Connector 38">
              <a:extLst>
                <a:ext uri="{FF2B5EF4-FFF2-40B4-BE49-F238E27FC236}">
                  <a16:creationId xmlns:a16="http://schemas.microsoft.com/office/drawing/2014/main" id="{098D11E5-794B-7BFE-F3F3-F5B187B72472}"/>
                </a:ext>
              </a:extLst>
            </p:cNvPr>
            <p:cNvCxnSpPr/>
            <p:nvPr/>
          </p:nvCxnSpPr>
          <p:spPr>
            <a:xfrm>
              <a:off x="7138924" y="4870958"/>
              <a:ext cx="2709291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T2S_Straight Connector 39">
              <a:extLst>
                <a:ext uri="{FF2B5EF4-FFF2-40B4-BE49-F238E27FC236}">
                  <a16:creationId xmlns:a16="http://schemas.microsoft.com/office/drawing/2014/main" id="{53B95E35-E807-458F-AC42-74B721E06291}"/>
                </a:ext>
              </a:extLst>
            </p:cNvPr>
            <p:cNvCxnSpPr/>
            <p:nvPr/>
          </p:nvCxnSpPr>
          <p:spPr>
            <a:xfrm>
              <a:off x="4429633" y="561263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T2S_Straight Connector 40">
              <a:extLst>
                <a:ext uri="{FF2B5EF4-FFF2-40B4-BE49-F238E27FC236}">
                  <a16:creationId xmlns:a16="http://schemas.microsoft.com/office/drawing/2014/main" id="{D03A1BFC-BA29-07D8-A092-DB90DC12B19B}"/>
                </a:ext>
              </a:extLst>
            </p:cNvPr>
            <p:cNvCxnSpPr/>
            <p:nvPr/>
          </p:nvCxnSpPr>
          <p:spPr>
            <a:xfrm>
              <a:off x="7138924" y="561263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T2S_Straight Connector 41">
              <a:extLst>
                <a:ext uri="{FF2B5EF4-FFF2-40B4-BE49-F238E27FC236}">
                  <a16:creationId xmlns:a16="http://schemas.microsoft.com/office/drawing/2014/main" id="{70708F71-BFD0-C3BE-5FBE-1BB78903098F}"/>
                </a:ext>
              </a:extLst>
            </p:cNvPr>
            <p:cNvCxnSpPr/>
            <p:nvPr/>
          </p:nvCxnSpPr>
          <p:spPr>
            <a:xfrm>
              <a:off x="1720215" y="5983478"/>
              <a:ext cx="2709418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T2S_Straight Connector 42">
              <a:extLst>
                <a:ext uri="{FF2B5EF4-FFF2-40B4-BE49-F238E27FC236}">
                  <a16:creationId xmlns:a16="http://schemas.microsoft.com/office/drawing/2014/main" id="{190209C5-C106-A631-B2BA-B3D18959E68E}"/>
                </a:ext>
              </a:extLst>
            </p:cNvPr>
            <p:cNvCxnSpPr/>
            <p:nvPr/>
          </p:nvCxnSpPr>
          <p:spPr>
            <a:xfrm>
              <a:off x="4429633" y="598347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T2S_Straight Connector 43">
              <a:extLst>
                <a:ext uri="{FF2B5EF4-FFF2-40B4-BE49-F238E27FC236}">
                  <a16:creationId xmlns:a16="http://schemas.microsoft.com/office/drawing/2014/main" id="{B2734618-A666-04D4-5DCB-867B085E9A3E}"/>
                </a:ext>
              </a:extLst>
            </p:cNvPr>
            <p:cNvCxnSpPr/>
            <p:nvPr/>
          </p:nvCxnSpPr>
          <p:spPr>
            <a:xfrm>
              <a:off x="7138924" y="598347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594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B068-D586-ACB4-0E52-07076D28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3EF1DC-988B-DA02-FA5A-6B0B073AD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975845"/>
              </p:ext>
            </p:extLst>
          </p:nvPr>
        </p:nvGraphicFramePr>
        <p:xfrm>
          <a:off x="2032000" y="839000"/>
          <a:ext cx="8127999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9316382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622711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211152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he1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Merged </a:t>
                      </a:r>
                      <a:r>
                        <a:rPr lang="en-GB" dirty="0">
                          <a:highlight>
                            <a:srgbClr val="00FFFF"/>
                          </a:highlight>
                          <a:latin typeface="Agency FB" panose="020B0503020202020204" pitchFamily="34" charset="0"/>
                        </a:rPr>
                        <a:t>header</a:t>
                      </a:r>
                      <a:endParaRPr lang="en-GB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1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 </a:t>
                      </a: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ME</a:t>
                      </a: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GB" dirty="0"/>
                        <a:t>This is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MERGED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7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1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trike="sngStrike" dirty="0"/>
                        <a:t>ro2a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latin typeface="Agency FB" panose="020B0503020202020204" pitchFamily="34" charset="0"/>
                        </a:rPr>
                        <a:t>Different font- full border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811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317F0E0-237F-BAF0-3440-052C063E7208}"/>
              </a:ext>
            </a:extLst>
          </p:cNvPr>
          <p:cNvSpPr txBox="1"/>
          <p:nvPr/>
        </p:nvSpPr>
        <p:spPr>
          <a:xfrm>
            <a:off x="1911926" y="469668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2 - before</a:t>
            </a:r>
          </a:p>
        </p:txBody>
      </p:sp>
      <p:grpSp>
        <p:nvGrpSpPr>
          <p:cNvPr id="39" name="ConvertedTable">
            <a:extLst>
              <a:ext uri="{FF2B5EF4-FFF2-40B4-BE49-F238E27FC236}">
                <a16:creationId xmlns:a16="http://schemas.microsoft.com/office/drawing/2014/main" id="{8DD67DA0-5FB7-8075-41BE-E781E69BD5B1}"/>
              </a:ext>
            </a:extLst>
          </p:cNvPr>
          <p:cNvGrpSpPr/>
          <p:nvPr/>
        </p:nvGrpSpPr>
        <p:grpSpPr>
          <a:xfrm>
            <a:off x="2032000" y="4079621"/>
            <a:ext cx="8128000" cy="1483360"/>
            <a:chOff x="2032000" y="4079621"/>
            <a:chExt cx="8128000" cy="1483360"/>
          </a:xfrm>
        </p:grpSpPr>
        <p:sp>
          <p:nvSpPr>
            <p:cNvPr id="5" name="T2S_Rectangle 4">
              <a:extLst>
                <a:ext uri="{FF2B5EF4-FFF2-40B4-BE49-F238E27FC236}">
                  <a16:creationId xmlns:a16="http://schemas.microsoft.com/office/drawing/2014/main" id="{460FAF83-A1A1-9F08-1918-A18AE1897A7A}"/>
                </a:ext>
              </a:extLst>
            </p:cNvPr>
            <p:cNvSpPr/>
            <p:nvPr/>
          </p:nvSpPr>
          <p:spPr>
            <a:xfrm>
              <a:off x="2032000" y="4079621"/>
              <a:ext cx="2709291" cy="370840"/>
            </a:xfrm>
            <a:prstGeom prst="rect">
              <a:avLst/>
            </a:prstGeom>
            <a:solidFill>
              <a:srgbClr val="4EA72E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FFFF"/>
                  </a:solidFill>
                  <a:latin typeface="Aptos" panose="020B0004020202020204" pitchFamily="34" charset="0"/>
                </a:rPr>
                <a:t>he1</a:t>
              </a:r>
            </a:p>
          </p:txBody>
        </p:sp>
        <p:sp>
          <p:nvSpPr>
            <p:cNvPr id="6" name="T2S_Rectangle 5">
              <a:extLst>
                <a:ext uri="{FF2B5EF4-FFF2-40B4-BE49-F238E27FC236}">
                  <a16:creationId xmlns:a16="http://schemas.microsoft.com/office/drawing/2014/main" id="{1D709D59-0EB8-713C-A15A-6E63B9E7F2F4}"/>
                </a:ext>
              </a:extLst>
            </p:cNvPr>
            <p:cNvSpPr/>
            <p:nvPr/>
          </p:nvSpPr>
          <p:spPr>
            <a:xfrm>
              <a:off x="4741291" y="4079621"/>
              <a:ext cx="5418709" cy="370840"/>
            </a:xfrm>
            <a:prstGeom prst="rect">
              <a:avLst/>
            </a:prstGeom>
            <a:solidFill>
              <a:srgbClr val="4EA72E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Merged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highlight>
                    <a:srgbClr val="00FFFF"/>
                  </a:highlight>
                  <a:uLnTx/>
                  <a:uFillTx/>
                  <a:latin typeface="Agency FB" panose="020B0503020202020204" pitchFamily="34" charset="0"/>
                </a:rPr>
                <a:t>header</a:t>
              </a:r>
            </a:p>
          </p:txBody>
        </p:sp>
        <p:sp>
          <p:nvSpPr>
            <p:cNvPr id="7" name="T2S_Rectangle 6">
              <a:extLst>
                <a:ext uri="{FF2B5EF4-FFF2-40B4-BE49-F238E27FC236}">
                  <a16:creationId xmlns:a16="http://schemas.microsoft.com/office/drawing/2014/main" id="{D0251DD4-65E4-44DC-3137-AEA95B1DFD38}"/>
                </a:ext>
              </a:extLst>
            </p:cNvPr>
            <p:cNvSpPr/>
            <p:nvPr/>
          </p:nvSpPr>
          <p:spPr>
            <a:xfrm>
              <a:off x="2032000" y="4450461"/>
              <a:ext cx="2709291" cy="370840"/>
            </a:xfrm>
            <a:prstGeom prst="rect">
              <a:avLst/>
            </a:prstGeom>
            <a:solidFill>
              <a:srgbClr val="D0E1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Aptos" panose="020B0004020202020204" pitchFamily="34" charset="0"/>
                </a:rPr>
                <a:t>Test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ME</a:t>
              </a:r>
            </a:p>
          </p:txBody>
        </p:sp>
        <p:sp>
          <p:nvSpPr>
            <p:cNvPr id="8" name="T2S_Rectangle 7">
              <a:extLst>
                <a:ext uri="{FF2B5EF4-FFF2-40B4-BE49-F238E27FC236}">
                  <a16:creationId xmlns:a16="http://schemas.microsoft.com/office/drawing/2014/main" id="{9C5B81E3-6653-B1CF-79AC-D71755161376}"/>
                </a:ext>
              </a:extLst>
            </p:cNvPr>
            <p:cNvSpPr/>
            <p:nvPr/>
          </p:nvSpPr>
          <p:spPr>
            <a:xfrm>
              <a:off x="4741291" y="4450461"/>
              <a:ext cx="5418709" cy="741680"/>
            </a:xfrm>
            <a:prstGeom prst="rect">
              <a:avLst/>
            </a:prstGeom>
            <a:solidFill>
              <a:srgbClr val="D0E1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This is </a:t>
              </a:r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MERGED</a:t>
              </a:r>
            </a:p>
          </p:txBody>
        </p:sp>
        <p:sp>
          <p:nvSpPr>
            <p:cNvPr id="9" name="T2S_Rectangle 8">
              <a:extLst>
                <a:ext uri="{FF2B5EF4-FFF2-40B4-BE49-F238E27FC236}">
                  <a16:creationId xmlns:a16="http://schemas.microsoft.com/office/drawing/2014/main" id="{537B7DC1-CB47-A181-5270-63BBFB5C11AC}"/>
                </a:ext>
              </a:extLst>
            </p:cNvPr>
            <p:cNvSpPr/>
            <p:nvPr/>
          </p:nvSpPr>
          <p:spPr>
            <a:xfrm>
              <a:off x="2032000" y="4821301"/>
              <a:ext cx="2709291" cy="370840"/>
            </a:xfrm>
            <a:prstGeom prst="rect">
              <a:avLst/>
            </a:prstGeom>
            <a:solidFill>
              <a:srgbClr val="E9F1E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</p:txBody>
        </p:sp>
        <p:sp>
          <p:nvSpPr>
            <p:cNvPr id="10" name="T2S_Rectangle 9">
              <a:extLst>
                <a:ext uri="{FF2B5EF4-FFF2-40B4-BE49-F238E27FC236}">
                  <a16:creationId xmlns:a16="http://schemas.microsoft.com/office/drawing/2014/main" id="{FA717580-ED4A-B822-66EA-50506D556930}"/>
                </a:ext>
              </a:extLst>
            </p:cNvPr>
            <p:cNvSpPr/>
            <p:nvPr/>
          </p:nvSpPr>
          <p:spPr>
            <a:xfrm>
              <a:off x="2032000" y="5192141"/>
              <a:ext cx="2709291" cy="370840"/>
            </a:xfrm>
            <a:prstGeom prst="rect">
              <a:avLst/>
            </a:prstGeom>
            <a:solidFill>
              <a:srgbClr val="D0E1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strike="sngStrike">
                  <a:solidFill>
                    <a:srgbClr val="000000"/>
                  </a:solidFill>
                  <a:latin typeface="Aptos" panose="020B0004020202020204" pitchFamily="34" charset="0"/>
                </a:rPr>
                <a:t>ro2a</a:t>
              </a:r>
            </a:p>
          </p:txBody>
        </p:sp>
        <p:sp>
          <p:nvSpPr>
            <p:cNvPr id="11" name="T2S_Rectangle 10">
              <a:extLst>
                <a:ext uri="{FF2B5EF4-FFF2-40B4-BE49-F238E27FC236}">
                  <a16:creationId xmlns:a16="http://schemas.microsoft.com/office/drawing/2014/main" id="{88E53BCD-D401-5068-FE7F-3A3D4F4F462A}"/>
                </a:ext>
              </a:extLst>
            </p:cNvPr>
            <p:cNvSpPr/>
            <p:nvPr/>
          </p:nvSpPr>
          <p:spPr>
            <a:xfrm>
              <a:off x="4741291" y="5192141"/>
              <a:ext cx="2709418" cy="370840"/>
            </a:xfrm>
            <a:prstGeom prst="rect">
              <a:avLst/>
            </a:prstGeom>
            <a:solidFill>
              <a:srgbClr val="D0E1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</p:txBody>
        </p:sp>
        <p:sp>
          <p:nvSpPr>
            <p:cNvPr id="12" name="T2S_Rectangle 11">
              <a:extLst>
                <a:ext uri="{FF2B5EF4-FFF2-40B4-BE49-F238E27FC236}">
                  <a16:creationId xmlns:a16="http://schemas.microsoft.com/office/drawing/2014/main" id="{281DCA9E-05A4-2E75-A52B-4EF10F6BAB34}"/>
                </a:ext>
              </a:extLst>
            </p:cNvPr>
            <p:cNvSpPr/>
            <p:nvPr/>
          </p:nvSpPr>
          <p:spPr>
            <a:xfrm>
              <a:off x="7450709" y="5192141"/>
              <a:ext cx="2709291" cy="370840"/>
            </a:xfrm>
            <a:prstGeom prst="rect">
              <a:avLst/>
            </a:prstGeom>
            <a:solidFill>
              <a:srgbClr val="D0E1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FF0000"/>
                  </a:solidFill>
                  <a:latin typeface="Agency FB" panose="020B0503020202020204" pitchFamily="34" charset="0"/>
                </a:rPr>
                <a:t>Different font- full border</a:t>
              </a:r>
            </a:p>
          </p:txBody>
        </p:sp>
        <p:cxnSp>
          <p:nvCxnSpPr>
            <p:cNvPr id="13" name="T2S_Straight Connector 12">
              <a:extLst>
                <a:ext uri="{FF2B5EF4-FFF2-40B4-BE49-F238E27FC236}">
                  <a16:creationId xmlns:a16="http://schemas.microsoft.com/office/drawing/2014/main" id="{D8F8F474-5CF2-B6BF-0DB1-584880482747}"/>
                </a:ext>
              </a:extLst>
            </p:cNvPr>
            <p:cNvCxnSpPr/>
            <p:nvPr/>
          </p:nvCxnSpPr>
          <p:spPr>
            <a:xfrm>
              <a:off x="2032000" y="407962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T2S_Straight Connector 13">
              <a:extLst>
                <a:ext uri="{FF2B5EF4-FFF2-40B4-BE49-F238E27FC236}">
                  <a16:creationId xmlns:a16="http://schemas.microsoft.com/office/drawing/2014/main" id="{38A9E9C7-EEFD-9126-9D49-8FCEBAE8F136}"/>
                </a:ext>
              </a:extLst>
            </p:cNvPr>
            <p:cNvCxnSpPr/>
            <p:nvPr/>
          </p:nvCxnSpPr>
          <p:spPr>
            <a:xfrm>
              <a:off x="2032000" y="445046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T2S_Straight Connector 14">
              <a:extLst>
                <a:ext uri="{FF2B5EF4-FFF2-40B4-BE49-F238E27FC236}">
                  <a16:creationId xmlns:a16="http://schemas.microsoft.com/office/drawing/2014/main" id="{45F8F7D6-999A-89B2-D56F-2E51242C6D28}"/>
                </a:ext>
              </a:extLst>
            </p:cNvPr>
            <p:cNvCxnSpPr/>
            <p:nvPr/>
          </p:nvCxnSpPr>
          <p:spPr>
            <a:xfrm>
              <a:off x="2032000" y="482130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T2S_Straight Connector 15">
              <a:extLst>
                <a:ext uri="{FF2B5EF4-FFF2-40B4-BE49-F238E27FC236}">
                  <a16:creationId xmlns:a16="http://schemas.microsoft.com/office/drawing/2014/main" id="{1D985B1F-BE14-F333-92A2-44466FDA0908}"/>
                </a:ext>
              </a:extLst>
            </p:cNvPr>
            <p:cNvCxnSpPr/>
            <p:nvPr/>
          </p:nvCxnSpPr>
          <p:spPr>
            <a:xfrm>
              <a:off x="2032000" y="519214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T2S_Straight Connector 16">
              <a:extLst>
                <a:ext uri="{FF2B5EF4-FFF2-40B4-BE49-F238E27FC236}">
                  <a16:creationId xmlns:a16="http://schemas.microsoft.com/office/drawing/2014/main" id="{4FE10333-C98E-22A0-092A-16DF6BA4E488}"/>
                </a:ext>
              </a:extLst>
            </p:cNvPr>
            <p:cNvCxnSpPr/>
            <p:nvPr/>
          </p:nvCxnSpPr>
          <p:spPr>
            <a:xfrm>
              <a:off x="4741291" y="407962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T2S_Straight Connector 17">
              <a:extLst>
                <a:ext uri="{FF2B5EF4-FFF2-40B4-BE49-F238E27FC236}">
                  <a16:creationId xmlns:a16="http://schemas.microsoft.com/office/drawing/2014/main" id="{6B445DFC-7B6C-560C-65FF-AA85D5220411}"/>
                </a:ext>
              </a:extLst>
            </p:cNvPr>
            <p:cNvCxnSpPr/>
            <p:nvPr/>
          </p:nvCxnSpPr>
          <p:spPr>
            <a:xfrm>
              <a:off x="4741291" y="445046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T2S_Straight Connector 18">
              <a:extLst>
                <a:ext uri="{FF2B5EF4-FFF2-40B4-BE49-F238E27FC236}">
                  <a16:creationId xmlns:a16="http://schemas.microsoft.com/office/drawing/2014/main" id="{933E5D9D-7C19-0097-5DAA-D0B8F276BDF8}"/>
                </a:ext>
              </a:extLst>
            </p:cNvPr>
            <p:cNvCxnSpPr/>
            <p:nvPr/>
          </p:nvCxnSpPr>
          <p:spPr>
            <a:xfrm>
              <a:off x="4741291" y="482130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T2S_Straight Connector 19">
              <a:extLst>
                <a:ext uri="{FF2B5EF4-FFF2-40B4-BE49-F238E27FC236}">
                  <a16:creationId xmlns:a16="http://schemas.microsoft.com/office/drawing/2014/main" id="{DC2368B4-5C0C-7F2C-2D43-B847393F46E8}"/>
                </a:ext>
              </a:extLst>
            </p:cNvPr>
            <p:cNvCxnSpPr/>
            <p:nvPr/>
          </p:nvCxnSpPr>
          <p:spPr>
            <a:xfrm>
              <a:off x="4741291" y="519214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T2S_Straight Connector 20">
              <a:extLst>
                <a:ext uri="{FF2B5EF4-FFF2-40B4-BE49-F238E27FC236}">
                  <a16:creationId xmlns:a16="http://schemas.microsoft.com/office/drawing/2014/main" id="{ACA49110-3F33-36C8-A7C6-28EC4594EDFE}"/>
                </a:ext>
              </a:extLst>
            </p:cNvPr>
            <p:cNvCxnSpPr/>
            <p:nvPr/>
          </p:nvCxnSpPr>
          <p:spPr>
            <a:xfrm>
              <a:off x="7450709" y="5192141"/>
              <a:ext cx="0" cy="37084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T2S_Straight Connector 21">
              <a:extLst>
                <a:ext uri="{FF2B5EF4-FFF2-40B4-BE49-F238E27FC236}">
                  <a16:creationId xmlns:a16="http://schemas.microsoft.com/office/drawing/2014/main" id="{4AE72E11-4B60-E2A5-29AC-13AB98FAC989}"/>
                </a:ext>
              </a:extLst>
            </p:cNvPr>
            <p:cNvCxnSpPr/>
            <p:nvPr/>
          </p:nvCxnSpPr>
          <p:spPr>
            <a:xfrm>
              <a:off x="10160000" y="407962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T2S_Straight Connector 22">
              <a:extLst>
                <a:ext uri="{FF2B5EF4-FFF2-40B4-BE49-F238E27FC236}">
                  <a16:creationId xmlns:a16="http://schemas.microsoft.com/office/drawing/2014/main" id="{E36F3F30-8C06-E503-0AA3-52A0BBE4FC35}"/>
                </a:ext>
              </a:extLst>
            </p:cNvPr>
            <p:cNvCxnSpPr/>
            <p:nvPr/>
          </p:nvCxnSpPr>
          <p:spPr>
            <a:xfrm>
              <a:off x="10160000" y="445046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T2S_Straight Connector 23">
              <a:extLst>
                <a:ext uri="{FF2B5EF4-FFF2-40B4-BE49-F238E27FC236}">
                  <a16:creationId xmlns:a16="http://schemas.microsoft.com/office/drawing/2014/main" id="{72692D9B-88C5-9134-325B-DCFA478EBD91}"/>
                </a:ext>
              </a:extLst>
            </p:cNvPr>
            <p:cNvCxnSpPr/>
            <p:nvPr/>
          </p:nvCxnSpPr>
          <p:spPr>
            <a:xfrm>
              <a:off x="10160000" y="4821301"/>
              <a:ext cx="0" cy="37084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T2S_Straight Connector 24">
              <a:extLst>
                <a:ext uri="{FF2B5EF4-FFF2-40B4-BE49-F238E27FC236}">
                  <a16:creationId xmlns:a16="http://schemas.microsoft.com/office/drawing/2014/main" id="{E4D5D2A2-959F-33F0-9032-AC94BE3643A3}"/>
                </a:ext>
              </a:extLst>
            </p:cNvPr>
            <p:cNvCxnSpPr/>
            <p:nvPr/>
          </p:nvCxnSpPr>
          <p:spPr>
            <a:xfrm>
              <a:off x="10160000" y="5192141"/>
              <a:ext cx="0" cy="37084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T2S_Straight Connector 25">
              <a:extLst>
                <a:ext uri="{FF2B5EF4-FFF2-40B4-BE49-F238E27FC236}">
                  <a16:creationId xmlns:a16="http://schemas.microsoft.com/office/drawing/2014/main" id="{41E45E8A-C7AF-E17F-B04D-6E04D45B0F4F}"/>
                </a:ext>
              </a:extLst>
            </p:cNvPr>
            <p:cNvCxnSpPr/>
            <p:nvPr/>
          </p:nvCxnSpPr>
          <p:spPr>
            <a:xfrm>
              <a:off x="2032000" y="407962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T2S_Straight Connector 26">
              <a:extLst>
                <a:ext uri="{FF2B5EF4-FFF2-40B4-BE49-F238E27FC236}">
                  <a16:creationId xmlns:a16="http://schemas.microsoft.com/office/drawing/2014/main" id="{20D42368-D814-E772-90A0-7E0D0816366F}"/>
                </a:ext>
              </a:extLst>
            </p:cNvPr>
            <p:cNvCxnSpPr/>
            <p:nvPr/>
          </p:nvCxnSpPr>
          <p:spPr>
            <a:xfrm>
              <a:off x="4741291" y="4079621"/>
              <a:ext cx="2709418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T2S_Straight Connector 27">
              <a:extLst>
                <a:ext uri="{FF2B5EF4-FFF2-40B4-BE49-F238E27FC236}">
                  <a16:creationId xmlns:a16="http://schemas.microsoft.com/office/drawing/2014/main" id="{A735E0B5-4F0B-96D2-59A9-9EBA78FD4084}"/>
                </a:ext>
              </a:extLst>
            </p:cNvPr>
            <p:cNvCxnSpPr/>
            <p:nvPr/>
          </p:nvCxnSpPr>
          <p:spPr>
            <a:xfrm>
              <a:off x="7450709" y="407962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T2S_Straight Connector 28">
              <a:extLst>
                <a:ext uri="{FF2B5EF4-FFF2-40B4-BE49-F238E27FC236}">
                  <a16:creationId xmlns:a16="http://schemas.microsoft.com/office/drawing/2014/main" id="{D24B279A-5A6F-06F7-40CC-6BABFAA1A9B5}"/>
                </a:ext>
              </a:extLst>
            </p:cNvPr>
            <p:cNvCxnSpPr/>
            <p:nvPr/>
          </p:nvCxnSpPr>
          <p:spPr>
            <a:xfrm>
              <a:off x="2032000" y="4450461"/>
              <a:ext cx="2709291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T2S_Straight Connector 29">
              <a:extLst>
                <a:ext uri="{FF2B5EF4-FFF2-40B4-BE49-F238E27FC236}">
                  <a16:creationId xmlns:a16="http://schemas.microsoft.com/office/drawing/2014/main" id="{36B9A532-5149-2210-14DF-0B3DE05B2A36}"/>
                </a:ext>
              </a:extLst>
            </p:cNvPr>
            <p:cNvCxnSpPr/>
            <p:nvPr/>
          </p:nvCxnSpPr>
          <p:spPr>
            <a:xfrm>
              <a:off x="4741291" y="4450461"/>
              <a:ext cx="2709418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T2S_Straight Connector 30">
              <a:extLst>
                <a:ext uri="{FF2B5EF4-FFF2-40B4-BE49-F238E27FC236}">
                  <a16:creationId xmlns:a16="http://schemas.microsoft.com/office/drawing/2014/main" id="{851D5092-19FA-ED7D-19EA-CBB180146DE9}"/>
                </a:ext>
              </a:extLst>
            </p:cNvPr>
            <p:cNvCxnSpPr/>
            <p:nvPr/>
          </p:nvCxnSpPr>
          <p:spPr>
            <a:xfrm>
              <a:off x="7450709" y="4450461"/>
              <a:ext cx="2709291" cy="0"/>
            </a:xfrm>
            <a:prstGeom prst="line">
              <a:avLst/>
            </a:prstGeom>
            <a:ln w="381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T2S_Straight Connector 31">
              <a:extLst>
                <a:ext uri="{FF2B5EF4-FFF2-40B4-BE49-F238E27FC236}">
                  <a16:creationId xmlns:a16="http://schemas.microsoft.com/office/drawing/2014/main" id="{966F888B-3BEF-CE53-56DA-88939956916B}"/>
                </a:ext>
              </a:extLst>
            </p:cNvPr>
            <p:cNvCxnSpPr/>
            <p:nvPr/>
          </p:nvCxnSpPr>
          <p:spPr>
            <a:xfrm>
              <a:off x="2032000" y="482130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T2S_Straight Connector 32">
              <a:extLst>
                <a:ext uri="{FF2B5EF4-FFF2-40B4-BE49-F238E27FC236}">
                  <a16:creationId xmlns:a16="http://schemas.microsoft.com/office/drawing/2014/main" id="{402E416A-A97C-4406-1917-33EE88FF85C2}"/>
                </a:ext>
              </a:extLst>
            </p:cNvPr>
            <p:cNvCxnSpPr/>
            <p:nvPr/>
          </p:nvCxnSpPr>
          <p:spPr>
            <a:xfrm>
              <a:off x="2032000" y="519214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T2S_Straight Connector 33">
              <a:extLst>
                <a:ext uri="{FF2B5EF4-FFF2-40B4-BE49-F238E27FC236}">
                  <a16:creationId xmlns:a16="http://schemas.microsoft.com/office/drawing/2014/main" id="{537A3F64-763B-F5AA-4865-8363B7B72D50}"/>
                </a:ext>
              </a:extLst>
            </p:cNvPr>
            <p:cNvCxnSpPr/>
            <p:nvPr/>
          </p:nvCxnSpPr>
          <p:spPr>
            <a:xfrm>
              <a:off x="4741291" y="5192141"/>
              <a:ext cx="2709418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T2S_Straight Connector 34">
              <a:extLst>
                <a:ext uri="{FF2B5EF4-FFF2-40B4-BE49-F238E27FC236}">
                  <a16:creationId xmlns:a16="http://schemas.microsoft.com/office/drawing/2014/main" id="{6B0802D2-B6AE-92EF-AC3C-0D4BFFE81DFC}"/>
                </a:ext>
              </a:extLst>
            </p:cNvPr>
            <p:cNvCxnSpPr/>
            <p:nvPr/>
          </p:nvCxnSpPr>
          <p:spPr>
            <a:xfrm>
              <a:off x="7450709" y="519214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T2S_Straight Connector 35">
              <a:extLst>
                <a:ext uri="{FF2B5EF4-FFF2-40B4-BE49-F238E27FC236}">
                  <a16:creationId xmlns:a16="http://schemas.microsoft.com/office/drawing/2014/main" id="{98CF6C3B-1165-3B41-EADF-CA5FBD897F42}"/>
                </a:ext>
              </a:extLst>
            </p:cNvPr>
            <p:cNvCxnSpPr/>
            <p:nvPr/>
          </p:nvCxnSpPr>
          <p:spPr>
            <a:xfrm>
              <a:off x="2032000" y="556298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T2S_Straight Connector 36">
              <a:extLst>
                <a:ext uri="{FF2B5EF4-FFF2-40B4-BE49-F238E27FC236}">
                  <a16:creationId xmlns:a16="http://schemas.microsoft.com/office/drawing/2014/main" id="{05B7DE85-4E3F-1736-D9A8-75BDFFDCF622}"/>
                </a:ext>
              </a:extLst>
            </p:cNvPr>
            <p:cNvCxnSpPr/>
            <p:nvPr/>
          </p:nvCxnSpPr>
          <p:spPr>
            <a:xfrm>
              <a:off x="4741291" y="5562981"/>
              <a:ext cx="2709418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T2S_Straight Connector 37">
              <a:extLst>
                <a:ext uri="{FF2B5EF4-FFF2-40B4-BE49-F238E27FC236}">
                  <a16:creationId xmlns:a16="http://schemas.microsoft.com/office/drawing/2014/main" id="{75CFCE79-83C6-F697-43ED-0E432DD6B7D8}"/>
                </a:ext>
              </a:extLst>
            </p:cNvPr>
            <p:cNvCxnSpPr/>
            <p:nvPr/>
          </p:nvCxnSpPr>
          <p:spPr>
            <a:xfrm>
              <a:off x="7450709" y="5562981"/>
              <a:ext cx="2709291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163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2D36-5662-0C81-3B16-57C7BB16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EDF34-EE80-BE3D-97E7-BE2E80D33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197465"/>
              </p:ext>
            </p:extLst>
          </p:nvPr>
        </p:nvGraphicFramePr>
        <p:xfrm>
          <a:off x="2068948" y="843156"/>
          <a:ext cx="8127999" cy="2291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93163825"/>
                    </a:ext>
                  </a:extLst>
                </a:gridCol>
                <a:gridCol w="5418666">
                  <a:extLst>
                    <a:ext uri="{9D8B030D-6E8A-4147-A177-3AD203B41FA5}">
                      <a16:colId xmlns:a16="http://schemas.microsoft.com/office/drawing/2014/main" val="236227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he1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Merged </a:t>
                      </a:r>
                      <a:r>
                        <a:rPr lang="en-GB" dirty="0">
                          <a:highlight>
                            <a:srgbClr val="00FFFF"/>
                          </a:highlight>
                        </a:rPr>
                        <a:t>header</a:t>
                      </a:r>
                      <a:endParaRPr lang="en-GB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gency FB" panose="020B0503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21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 </a:t>
                      </a: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ME</a:t>
                      </a:r>
                    </a:p>
                    <a:p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With new line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This is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MERGED</a:t>
                      </a:r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New line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957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  <a:p>
                      <a:r>
                        <a:rPr lang="en-GB" dirty="0" err="1"/>
                        <a:t>snt</a:t>
                      </a:r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1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trike="sngStrike" dirty="0"/>
                        <a:t>ro2a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Different font- full border</a:t>
                      </a:r>
                      <a:endParaRPr lang="en-GB" dirty="0">
                        <a:solidFill>
                          <a:srgbClr val="FF0000"/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811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8E096AF-F8D9-16F7-6442-567DC4387734}"/>
              </a:ext>
            </a:extLst>
          </p:cNvPr>
          <p:cNvSpPr txBox="1"/>
          <p:nvPr/>
        </p:nvSpPr>
        <p:spPr>
          <a:xfrm>
            <a:off x="1995053" y="473824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3 - 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69834-500E-D6BA-B601-2D6E592EE3D0}"/>
              </a:ext>
            </a:extLst>
          </p:cNvPr>
          <p:cNvSpPr txBox="1"/>
          <p:nvPr/>
        </p:nvSpPr>
        <p:spPr>
          <a:xfrm>
            <a:off x="1947947" y="3847406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3 - after</a:t>
            </a:r>
          </a:p>
        </p:txBody>
      </p:sp>
      <p:grpSp>
        <p:nvGrpSpPr>
          <p:cNvPr id="59" name="ConvertedTable">
            <a:extLst>
              <a:ext uri="{FF2B5EF4-FFF2-40B4-BE49-F238E27FC236}">
                <a16:creationId xmlns:a16="http://schemas.microsoft.com/office/drawing/2014/main" id="{A4EC3EA8-5D5D-33A5-1FA3-F37C9384B92B}"/>
              </a:ext>
            </a:extLst>
          </p:cNvPr>
          <p:cNvGrpSpPr/>
          <p:nvPr/>
        </p:nvGrpSpPr>
        <p:grpSpPr>
          <a:xfrm>
            <a:off x="2032000" y="4158488"/>
            <a:ext cx="8128000" cy="2291080"/>
            <a:chOff x="2032000" y="4158488"/>
            <a:chExt cx="8128000" cy="2291080"/>
          </a:xfrm>
        </p:grpSpPr>
        <p:sp>
          <p:nvSpPr>
            <p:cNvPr id="7" name="T2S_Rectangle 6">
              <a:extLst>
                <a:ext uri="{FF2B5EF4-FFF2-40B4-BE49-F238E27FC236}">
                  <a16:creationId xmlns:a16="http://schemas.microsoft.com/office/drawing/2014/main" id="{48DAB197-B668-29DB-27A0-05F036F5A9F9}"/>
                </a:ext>
              </a:extLst>
            </p:cNvPr>
            <p:cNvSpPr/>
            <p:nvPr/>
          </p:nvSpPr>
          <p:spPr>
            <a:xfrm>
              <a:off x="2032000" y="4158488"/>
              <a:ext cx="2709291" cy="370840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FFFF"/>
                  </a:solidFill>
                  <a:latin typeface="Aptos" panose="020B0004020202020204" pitchFamily="34" charset="0"/>
                </a:rPr>
                <a:t>he1</a:t>
              </a:r>
            </a:p>
          </p:txBody>
        </p:sp>
        <p:sp>
          <p:nvSpPr>
            <p:cNvPr id="8" name="T2S_Rectangle 7">
              <a:extLst>
                <a:ext uri="{FF2B5EF4-FFF2-40B4-BE49-F238E27FC236}">
                  <a16:creationId xmlns:a16="http://schemas.microsoft.com/office/drawing/2014/main" id="{6AF82D88-F216-2DAA-52D3-66CD17F2498B}"/>
                </a:ext>
              </a:extLst>
            </p:cNvPr>
            <p:cNvSpPr/>
            <p:nvPr/>
          </p:nvSpPr>
          <p:spPr>
            <a:xfrm>
              <a:off x="4741291" y="4158488"/>
              <a:ext cx="5418709" cy="370840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Merged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highlight>
                    <a:srgbClr val="00FFFF"/>
                  </a:highlight>
                  <a:uLnTx/>
                  <a:uFillTx/>
                  <a:latin typeface="Aptos" panose="020B0004020202020204" pitchFamily="34" charset="0"/>
                </a:rPr>
                <a:t>header</a:t>
              </a:r>
            </a:p>
          </p:txBody>
        </p:sp>
        <p:sp>
          <p:nvSpPr>
            <p:cNvPr id="9" name="T2S_Rectangle 8">
              <a:extLst>
                <a:ext uri="{FF2B5EF4-FFF2-40B4-BE49-F238E27FC236}">
                  <a16:creationId xmlns:a16="http://schemas.microsoft.com/office/drawing/2014/main" id="{E1C4D470-B3B8-8619-4979-456897D6A775}"/>
                </a:ext>
              </a:extLst>
            </p:cNvPr>
            <p:cNvSpPr/>
            <p:nvPr/>
          </p:nvSpPr>
          <p:spPr>
            <a:xfrm>
              <a:off x="2032000" y="4529328"/>
              <a:ext cx="2709291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Aptos" panose="020B0004020202020204" pitchFamily="34" charset="0"/>
                </a:rPr>
                <a:t>Test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ME</a:t>
              </a:r>
            </a:p>
            <a:p>
              <a:r>
                <a:rPr kumimoji="0" lang="en-GB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With new line</a:t>
              </a:r>
            </a:p>
          </p:txBody>
        </p:sp>
        <p:sp>
          <p:nvSpPr>
            <p:cNvPr id="10" name="T2S_Rectangle 9">
              <a:extLst>
                <a:ext uri="{FF2B5EF4-FFF2-40B4-BE49-F238E27FC236}">
                  <a16:creationId xmlns:a16="http://schemas.microsoft.com/office/drawing/2014/main" id="{002423F2-6822-FEFD-8105-84487CD4C0AA}"/>
                </a:ext>
              </a:extLst>
            </p:cNvPr>
            <p:cNvSpPr/>
            <p:nvPr/>
          </p:nvSpPr>
          <p:spPr>
            <a:xfrm>
              <a:off x="4741291" y="4529328"/>
              <a:ext cx="5418709" cy="128016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This is </a:t>
              </a:r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MERGED</a:t>
              </a:r>
            </a:p>
            <a:p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New line</a:t>
              </a:r>
            </a:p>
          </p:txBody>
        </p:sp>
        <p:sp>
          <p:nvSpPr>
            <p:cNvPr id="11" name="T2S_Rectangle 10">
              <a:extLst>
                <a:ext uri="{FF2B5EF4-FFF2-40B4-BE49-F238E27FC236}">
                  <a16:creationId xmlns:a16="http://schemas.microsoft.com/office/drawing/2014/main" id="{D80AA6A6-751E-07AC-37A6-F8894A6A8CD0}"/>
                </a:ext>
              </a:extLst>
            </p:cNvPr>
            <p:cNvSpPr/>
            <p:nvPr/>
          </p:nvSpPr>
          <p:spPr>
            <a:xfrm>
              <a:off x="2032000" y="5169408"/>
              <a:ext cx="2709291" cy="640080"/>
            </a:xfrm>
            <a:prstGeom prst="rect">
              <a:avLst/>
            </a:prstGeom>
            <a:solidFill>
              <a:srgbClr val="FBEBE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snt</a:t>
              </a:r>
            </a:p>
          </p:txBody>
        </p:sp>
        <p:sp>
          <p:nvSpPr>
            <p:cNvPr id="12" name="T2S_Rectangle 11">
              <a:extLst>
                <a:ext uri="{FF2B5EF4-FFF2-40B4-BE49-F238E27FC236}">
                  <a16:creationId xmlns:a16="http://schemas.microsoft.com/office/drawing/2014/main" id="{4F6B9968-7186-2629-1C1D-8CAEAEADB112}"/>
                </a:ext>
              </a:extLst>
            </p:cNvPr>
            <p:cNvSpPr/>
            <p:nvPr/>
          </p:nvSpPr>
          <p:spPr>
            <a:xfrm>
              <a:off x="2032000" y="5809488"/>
              <a:ext cx="2709291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strike="sngStrike">
                  <a:solidFill>
                    <a:srgbClr val="000000"/>
                  </a:solidFill>
                  <a:latin typeface="Aptos" panose="020B0004020202020204" pitchFamily="34" charset="0"/>
                </a:rPr>
                <a:t>ro2a</a:t>
              </a:r>
            </a:p>
          </p:txBody>
        </p:sp>
        <p:sp>
          <p:nvSpPr>
            <p:cNvPr id="13" name="T2S_Rectangle 12">
              <a:extLst>
                <a:ext uri="{FF2B5EF4-FFF2-40B4-BE49-F238E27FC236}">
                  <a16:creationId xmlns:a16="http://schemas.microsoft.com/office/drawing/2014/main" id="{7883942F-FD7C-3378-9DB1-CC00BEDE2B85}"/>
                </a:ext>
              </a:extLst>
            </p:cNvPr>
            <p:cNvSpPr/>
            <p:nvPr/>
          </p:nvSpPr>
          <p:spPr>
            <a:xfrm>
              <a:off x="4741291" y="5809488"/>
              <a:ext cx="5418709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  <a:p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Different font- full border</a:t>
              </a:r>
            </a:p>
          </p:txBody>
        </p:sp>
        <p:cxnSp>
          <p:nvCxnSpPr>
            <p:cNvPr id="14" name="T2S_Straight Connector 13">
              <a:extLst>
                <a:ext uri="{FF2B5EF4-FFF2-40B4-BE49-F238E27FC236}">
                  <a16:creationId xmlns:a16="http://schemas.microsoft.com/office/drawing/2014/main" id="{0E69C245-724B-42F1-FAA4-46EBA47F1D96}"/>
                </a:ext>
              </a:extLst>
            </p:cNvPr>
            <p:cNvCxnSpPr/>
            <p:nvPr/>
          </p:nvCxnSpPr>
          <p:spPr>
            <a:xfrm>
              <a:off x="2032000" y="452932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T2S_Straight Connector 14">
              <a:extLst>
                <a:ext uri="{FF2B5EF4-FFF2-40B4-BE49-F238E27FC236}">
                  <a16:creationId xmlns:a16="http://schemas.microsoft.com/office/drawing/2014/main" id="{DBFA88B9-7006-A761-B09F-6C3A3DD9AF76}"/>
                </a:ext>
              </a:extLst>
            </p:cNvPr>
            <p:cNvCxnSpPr/>
            <p:nvPr/>
          </p:nvCxnSpPr>
          <p:spPr>
            <a:xfrm>
              <a:off x="2032000" y="516940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T2S_Straight Connector 15">
              <a:extLst>
                <a:ext uri="{FF2B5EF4-FFF2-40B4-BE49-F238E27FC236}">
                  <a16:creationId xmlns:a16="http://schemas.microsoft.com/office/drawing/2014/main" id="{CA1F4751-7C51-3CB7-B29D-701E155374E1}"/>
                </a:ext>
              </a:extLst>
            </p:cNvPr>
            <p:cNvCxnSpPr/>
            <p:nvPr/>
          </p:nvCxnSpPr>
          <p:spPr>
            <a:xfrm>
              <a:off x="2032000" y="580948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T2S_Straight Connector 16">
              <a:extLst>
                <a:ext uri="{FF2B5EF4-FFF2-40B4-BE49-F238E27FC236}">
                  <a16:creationId xmlns:a16="http://schemas.microsoft.com/office/drawing/2014/main" id="{1BDFAA86-F4D9-D579-4D16-55E29A14C1B5}"/>
                </a:ext>
              </a:extLst>
            </p:cNvPr>
            <p:cNvCxnSpPr/>
            <p:nvPr/>
          </p:nvCxnSpPr>
          <p:spPr>
            <a:xfrm>
              <a:off x="4741291" y="452932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T2S_Straight Connector 17">
              <a:extLst>
                <a:ext uri="{FF2B5EF4-FFF2-40B4-BE49-F238E27FC236}">
                  <a16:creationId xmlns:a16="http://schemas.microsoft.com/office/drawing/2014/main" id="{70FA3B39-7130-8DF3-FE57-A28217A50E30}"/>
                </a:ext>
              </a:extLst>
            </p:cNvPr>
            <p:cNvCxnSpPr/>
            <p:nvPr/>
          </p:nvCxnSpPr>
          <p:spPr>
            <a:xfrm>
              <a:off x="4741291" y="516940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T2S_Straight Connector 18">
              <a:extLst>
                <a:ext uri="{FF2B5EF4-FFF2-40B4-BE49-F238E27FC236}">
                  <a16:creationId xmlns:a16="http://schemas.microsoft.com/office/drawing/2014/main" id="{4A93FC53-0F95-3265-6273-5E18C552C744}"/>
                </a:ext>
              </a:extLst>
            </p:cNvPr>
            <p:cNvCxnSpPr/>
            <p:nvPr/>
          </p:nvCxnSpPr>
          <p:spPr>
            <a:xfrm>
              <a:off x="4741291" y="580948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T2S_Straight Connector 19">
              <a:extLst>
                <a:ext uri="{FF2B5EF4-FFF2-40B4-BE49-F238E27FC236}">
                  <a16:creationId xmlns:a16="http://schemas.microsoft.com/office/drawing/2014/main" id="{AEEA8E81-1AC7-437F-8184-93A3F337B9F6}"/>
                </a:ext>
              </a:extLst>
            </p:cNvPr>
            <p:cNvCxnSpPr/>
            <p:nvPr/>
          </p:nvCxnSpPr>
          <p:spPr>
            <a:xfrm>
              <a:off x="10160000" y="4158488"/>
              <a:ext cx="0" cy="37084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T2S_Straight Connector 20">
              <a:extLst>
                <a:ext uri="{FF2B5EF4-FFF2-40B4-BE49-F238E27FC236}">
                  <a16:creationId xmlns:a16="http://schemas.microsoft.com/office/drawing/2014/main" id="{E838B818-661F-98CD-1725-3D0E0593E252}"/>
                </a:ext>
              </a:extLst>
            </p:cNvPr>
            <p:cNvCxnSpPr/>
            <p:nvPr/>
          </p:nvCxnSpPr>
          <p:spPr>
            <a:xfrm>
              <a:off x="10160000" y="452932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T2S_Straight Connector 21">
              <a:extLst>
                <a:ext uri="{FF2B5EF4-FFF2-40B4-BE49-F238E27FC236}">
                  <a16:creationId xmlns:a16="http://schemas.microsoft.com/office/drawing/2014/main" id="{A59F3053-0A72-8E2C-3D4B-EC6424A84C94}"/>
                </a:ext>
              </a:extLst>
            </p:cNvPr>
            <p:cNvCxnSpPr/>
            <p:nvPr/>
          </p:nvCxnSpPr>
          <p:spPr>
            <a:xfrm>
              <a:off x="10160000" y="516940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T2S_Straight Connector 22">
              <a:extLst>
                <a:ext uri="{FF2B5EF4-FFF2-40B4-BE49-F238E27FC236}">
                  <a16:creationId xmlns:a16="http://schemas.microsoft.com/office/drawing/2014/main" id="{468C26A4-7058-31F1-CFE6-B9C9DED430F6}"/>
                </a:ext>
              </a:extLst>
            </p:cNvPr>
            <p:cNvCxnSpPr/>
            <p:nvPr/>
          </p:nvCxnSpPr>
          <p:spPr>
            <a:xfrm>
              <a:off x="10160000" y="5809488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T2S_Straight Connector 23">
              <a:extLst>
                <a:ext uri="{FF2B5EF4-FFF2-40B4-BE49-F238E27FC236}">
                  <a16:creationId xmlns:a16="http://schemas.microsoft.com/office/drawing/2014/main" id="{B5E5143C-0FA2-9180-12C0-5F21EFC7D9CF}"/>
                </a:ext>
              </a:extLst>
            </p:cNvPr>
            <p:cNvCxnSpPr/>
            <p:nvPr/>
          </p:nvCxnSpPr>
          <p:spPr>
            <a:xfrm>
              <a:off x="4741291" y="4158488"/>
              <a:ext cx="5418709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T2S_Straight Connector 24">
              <a:extLst>
                <a:ext uri="{FF2B5EF4-FFF2-40B4-BE49-F238E27FC236}">
                  <a16:creationId xmlns:a16="http://schemas.microsoft.com/office/drawing/2014/main" id="{D37B7A6A-B4E4-5939-A0FF-384263A68851}"/>
                </a:ext>
              </a:extLst>
            </p:cNvPr>
            <p:cNvCxnSpPr/>
            <p:nvPr/>
          </p:nvCxnSpPr>
          <p:spPr>
            <a:xfrm>
              <a:off x="4741291" y="4529328"/>
              <a:ext cx="5418709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T2S_Straight Connector 25">
              <a:extLst>
                <a:ext uri="{FF2B5EF4-FFF2-40B4-BE49-F238E27FC236}">
                  <a16:creationId xmlns:a16="http://schemas.microsoft.com/office/drawing/2014/main" id="{94558B83-B36A-192E-A2A3-475F2553BE20}"/>
                </a:ext>
              </a:extLst>
            </p:cNvPr>
            <p:cNvCxnSpPr/>
            <p:nvPr/>
          </p:nvCxnSpPr>
          <p:spPr>
            <a:xfrm>
              <a:off x="2032000" y="516940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T2S_Straight Connector 54">
              <a:extLst>
                <a:ext uri="{FF2B5EF4-FFF2-40B4-BE49-F238E27FC236}">
                  <a16:creationId xmlns:a16="http://schemas.microsoft.com/office/drawing/2014/main" id="{5A074219-77F2-9D53-9B9B-D8B8323F2B8D}"/>
                </a:ext>
              </a:extLst>
            </p:cNvPr>
            <p:cNvCxnSpPr/>
            <p:nvPr/>
          </p:nvCxnSpPr>
          <p:spPr>
            <a:xfrm>
              <a:off x="2032000" y="580948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T2S_Straight Connector 55">
              <a:extLst>
                <a:ext uri="{FF2B5EF4-FFF2-40B4-BE49-F238E27FC236}">
                  <a16:creationId xmlns:a16="http://schemas.microsoft.com/office/drawing/2014/main" id="{41A7CF35-DD64-8126-22C6-AB2758AA6DC9}"/>
                </a:ext>
              </a:extLst>
            </p:cNvPr>
            <p:cNvCxnSpPr/>
            <p:nvPr/>
          </p:nvCxnSpPr>
          <p:spPr>
            <a:xfrm>
              <a:off x="4741291" y="5809488"/>
              <a:ext cx="5418709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T2S_Straight Connector 56">
              <a:extLst>
                <a:ext uri="{FF2B5EF4-FFF2-40B4-BE49-F238E27FC236}">
                  <a16:creationId xmlns:a16="http://schemas.microsoft.com/office/drawing/2014/main" id="{7DCBCAD1-DF0D-26F7-3361-F7A85B1C1581}"/>
                </a:ext>
              </a:extLst>
            </p:cNvPr>
            <p:cNvCxnSpPr/>
            <p:nvPr/>
          </p:nvCxnSpPr>
          <p:spPr>
            <a:xfrm>
              <a:off x="2032000" y="6449568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T2S_Straight Connector 57">
              <a:extLst>
                <a:ext uri="{FF2B5EF4-FFF2-40B4-BE49-F238E27FC236}">
                  <a16:creationId xmlns:a16="http://schemas.microsoft.com/office/drawing/2014/main" id="{91007F9A-2BE9-FA91-F058-B65AAB3296E2}"/>
                </a:ext>
              </a:extLst>
            </p:cNvPr>
            <p:cNvCxnSpPr/>
            <p:nvPr/>
          </p:nvCxnSpPr>
          <p:spPr>
            <a:xfrm>
              <a:off x="4741291" y="6449568"/>
              <a:ext cx="5418709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3156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DB8E2-A2D0-D4E1-ED72-7D50567E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E8CDB9-F101-2F66-A037-8421ECFC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584896"/>
              </p:ext>
            </p:extLst>
          </p:nvPr>
        </p:nvGraphicFramePr>
        <p:xfrm>
          <a:off x="2068948" y="843156"/>
          <a:ext cx="8127999" cy="2565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93163825"/>
                    </a:ext>
                  </a:extLst>
                </a:gridCol>
                <a:gridCol w="5418666">
                  <a:extLst>
                    <a:ext uri="{9D8B030D-6E8A-4147-A177-3AD203B41FA5}">
                      <a16:colId xmlns:a16="http://schemas.microsoft.com/office/drawing/2014/main" val="236227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he1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Merged </a:t>
                      </a:r>
                      <a:r>
                        <a:rPr lang="en-GB" dirty="0">
                          <a:highlight>
                            <a:srgbClr val="00FFFF"/>
                          </a:highlight>
                        </a:rPr>
                        <a:t>header</a:t>
                      </a:r>
                      <a:endParaRPr lang="en-GB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  <a:latin typeface="Agency FB" panose="020B0503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215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 </a:t>
                      </a:r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ME</a:t>
                      </a:r>
                    </a:p>
                    <a:p>
                      <a:r>
                        <a:rPr lang="en-GB" b="1" dirty="0">
                          <a:highlight>
                            <a:srgbClr val="FFFF00"/>
                          </a:highlight>
                        </a:rPr>
                        <a:t>With new line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dirty="0"/>
                        <a:t>This is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MERGED</a:t>
                      </a:r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New line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957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 err="1"/>
                        <a:t>Bulletpoint</a:t>
                      </a:r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1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trike="sngStrike" dirty="0"/>
                        <a:t>Is it working?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trike="sngStrike" dirty="0"/>
                        <a:t>Maybe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border cell</a:t>
                      </a:r>
                    </a:p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Different font- full border</a:t>
                      </a:r>
                      <a:endParaRPr lang="en-GB" dirty="0">
                        <a:solidFill>
                          <a:srgbClr val="FF0000"/>
                        </a:solidFill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811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62EA4EE-2CC0-D85C-2C82-A7E0342437E3}"/>
              </a:ext>
            </a:extLst>
          </p:cNvPr>
          <p:cNvSpPr txBox="1"/>
          <p:nvPr/>
        </p:nvSpPr>
        <p:spPr>
          <a:xfrm>
            <a:off x="1995053" y="473824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4 - 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BC891-E159-6B71-B670-6DCD41352670}"/>
              </a:ext>
            </a:extLst>
          </p:cNvPr>
          <p:cNvSpPr txBox="1"/>
          <p:nvPr/>
        </p:nvSpPr>
        <p:spPr>
          <a:xfrm>
            <a:off x="1947947" y="3847406"/>
            <a:ext cx="5702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4 - after</a:t>
            </a:r>
          </a:p>
        </p:txBody>
      </p:sp>
      <p:grpSp>
        <p:nvGrpSpPr>
          <p:cNvPr id="50" name="ConvertedTable">
            <a:extLst>
              <a:ext uri="{FF2B5EF4-FFF2-40B4-BE49-F238E27FC236}">
                <a16:creationId xmlns:a16="http://schemas.microsoft.com/office/drawing/2014/main" id="{AE51F9BF-3E64-390D-AB8C-4E1DADA44A17}"/>
              </a:ext>
            </a:extLst>
          </p:cNvPr>
          <p:cNvGrpSpPr/>
          <p:nvPr/>
        </p:nvGrpSpPr>
        <p:grpSpPr>
          <a:xfrm>
            <a:off x="1837309" y="4150233"/>
            <a:ext cx="8128000" cy="2565400"/>
            <a:chOff x="1837309" y="4150233"/>
            <a:chExt cx="8128000" cy="2565400"/>
          </a:xfrm>
        </p:grpSpPr>
        <p:sp>
          <p:nvSpPr>
            <p:cNvPr id="5" name="T2S_Rectangle 4">
              <a:extLst>
                <a:ext uri="{FF2B5EF4-FFF2-40B4-BE49-F238E27FC236}">
                  <a16:creationId xmlns:a16="http://schemas.microsoft.com/office/drawing/2014/main" id="{436EEF16-FDCE-D1C9-162F-47236033D05D}"/>
                </a:ext>
              </a:extLst>
            </p:cNvPr>
            <p:cNvSpPr/>
            <p:nvPr/>
          </p:nvSpPr>
          <p:spPr>
            <a:xfrm>
              <a:off x="1837309" y="4150233"/>
              <a:ext cx="2709291" cy="370840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>
                  <a:solidFill>
                    <a:srgbClr val="FFFFFF"/>
                  </a:solidFill>
                  <a:latin typeface="Aptos" panose="020B0004020202020204" pitchFamily="34" charset="0"/>
                </a:rPr>
                <a:t>he1</a:t>
              </a:r>
            </a:p>
          </p:txBody>
        </p:sp>
        <p:sp>
          <p:nvSpPr>
            <p:cNvPr id="27" name="T2S_Rectangle 26">
              <a:extLst>
                <a:ext uri="{FF2B5EF4-FFF2-40B4-BE49-F238E27FC236}">
                  <a16:creationId xmlns:a16="http://schemas.microsoft.com/office/drawing/2014/main" id="{B4E67EA5-99BE-60A7-F083-4073B616449F}"/>
                </a:ext>
              </a:extLst>
            </p:cNvPr>
            <p:cNvSpPr/>
            <p:nvPr/>
          </p:nvSpPr>
          <p:spPr>
            <a:xfrm>
              <a:off x="4546600" y="4150233"/>
              <a:ext cx="5418709" cy="370840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b="1" dirty="0">
                  <a:solidFill>
                    <a:srgbClr val="FFFFFF"/>
                  </a:solidFill>
                  <a:latin typeface="Aptos" panose="020B0004020202020204" pitchFamily="34" charset="0"/>
                </a:rPr>
                <a:t>Merged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highlight>
                    <a:srgbClr val="00FFFF"/>
                  </a:highlight>
                  <a:uLnTx/>
                  <a:uFillTx/>
                  <a:latin typeface="Aptos" panose="020B0004020202020204" pitchFamily="34" charset="0"/>
                </a:rPr>
                <a:t>header</a:t>
              </a:r>
            </a:p>
          </p:txBody>
        </p:sp>
        <p:sp>
          <p:nvSpPr>
            <p:cNvPr id="28" name="T2S_Rectangle 27">
              <a:extLst>
                <a:ext uri="{FF2B5EF4-FFF2-40B4-BE49-F238E27FC236}">
                  <a16:creationId xmlns:a16="http://schemas.microsoft.com/office/drawing/2014/main" id="{CFD53EC1-9E35-B4CB-BE47-988EFE3F1A64}"/>
                </a:ext>
              </a:extLst>
            </p:cNvPr>
            <p:cNvSpPr/>
            <p:nvPr/>
          </p:nvSpPr>
          <p:spPr>
            <a:xfrm>
              <a:off x="1837309" y="4521073"/>
              <a:ext cx="2709291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Aptos" panose="020B0004020202020204" pitchFamily="34" charset="0"/>
                </a:rPr>
                <a:t>Test </a:t>
              </a: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ME</a:t>
              </a:r>
            </a:p>
            <a:p>
              <a:r>
                <a:rPr kumimoji="0" lang="en-GB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Aptos" panose="020B0004020202020204" pitchFamily="34" charset="0"/>
                </a:rPr>
                <a:t>With new line</a:t>
              </a:r>
            </a:p>
          </p:txBody>
        </p:sp>
        <p:sp>
          <p:nvSpPr>
            <p:cNvPr id="29" name="T2S_Rectangle 28">
              <a:extLst>
                <a:ext uri="{FF2B5EF4-FFF2-40B4-BE49-F238E27FC236}">
                  <a16:creationId xmlns:a16="http://schemas.microsoft.com/office/drawing/2014/main" id="{54B28047-BFB9-A49B-5198-DFC24874A563}"/>
                </a:ext>
              </a:extLst>
            </p:cNvPr>
            <p:cNvSpPr/>
            <p:nvPr/>
          </p:nvSpPr>
          <p:spPr>
            <a:xfrm>
              <a:off x="4546600" y="4521073"/>
              <a:ext cx="5418709" cy="15544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This is </a:t>
              </a:r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MERGED</a:t>
              </a:r>
            </a:p>
            <a:p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New line</a:t>
              </a:r>
            </a:p>
          </p:txBody>
        </p:sp>
        <p:sp>
          <p:nvSpPr>
            <p:cNvPr id="30" name="T2S_Rectangle 29">
              <a:extLst>
                <a:ext uri="{FF2B5EF4-FFF2-40B4-BE49-F238E27FC236}">
                  <a16:creationId xmlns:a16="http://schemas.microsoft.com/office/drawing/2014/main" id="{CF92EFE3-A311-6885-F51F-6B95678756F3}"/>
                </a:ext>
              </a:extLst>
            </p:cNvPr>
            <p:cNvSpPr/>
            <p:nvPr/>
          </p:nvSpPr>
          <p:spPr>
            <a:xfrm>
              <a:off x="1837309" y="5161153"/>
              <a:ext cx="2709291" cy="914400"/>
            </a:xfrm>
            <a:prstGeom prst="rect">
              <a:avLst/>
            </a:prstGeom>
            <a:solidFill>
              <a:srgbClr val="FBEBE8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Test</a:t>
              </a:r>
            </a:p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Bulletpoint</a:t>
              </a:r>
            </a:p>
          </p:txBody>
        </p:sp>
        <p:sp>
          <p:nvSpPr>
            <p:cNvPr id="31" name="T2S_Rectangle 30">
              <a:extLst>
                <a:ext uri="{FF2B5EF4-FFF2-40B4-BE49-F238E27FC236}">
                  <a16:creationId xmlns:a16="http://schemas.microsoft.com/office/drawing/2014/main" id="{4880F379-B65A-68D4-C96D-C9E85E981BE5}"/>
                </a:ext>
              </a:extLst>
            </p:cNvPr>
            <p:cNvSpPr/>
            <p:nvPr/>
          </p:nvSpPr>
          <p:spPr>
            <a:xfrm>
              <a:off x="1837309" y="6075553"/>
              <a:ext cx="2709291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 strike="sngStrike">
                  <a:solidFill>
                    <a:srgbClr val="000000"/>
                  </a:solidFill>
                  <a:latin typeface="Aptos" panose="020B0004020202020204" pitchFamily="34" charset="0"/>
                </a:rPr>
                <a:t>Is it working?</a:t>
              </a:r>
            </a:p>
            <a:p>
              <a:r>
                <a:rPr lang="en-GB" strike="sngStrike">
                  <a:solidFill>
                    <a:srgbClr val="000000"/>
                  </a:solidFill>
                  <a:latin typeface="Aptos" panose="020B0004020202020204" pitchFamily="34" charset="0"/>
                </a:rPr>
                <a:t>Maybe</a:t>
              </a:r>
            </a:p>
          </p:txBody>
        </p:sp>
        <p:sp>
          <p:nvSpPr>
            <p:cNvPr id="32" name="T2S_Rectangle 31">
              <a:extLst>
                <a:ext uri="{FF2B5EF4-FFF2-40B4-BE49-F238E27FC236}">
                  <a16:creationId xmlns:a16="http://schemas.microsoft.com/office/drawing/2014/main" id="{74757FB6-D423-6E46-2472-CB9AA6DB88EC}"/>
                </a:ext>
              </a:extLst>
            </p:cNvPr>
            <p:cNvSpPr/>
            <p:nvPr/>
          </p:nvSpPr>
          <p:spPr>
            <a:xfrm>
              <a:off x="4546600" y="6075553"/>
              <a:ext cx="5418709" cy="640080"/>
            </a:xfrm>
            <a:prstGeom prst="rect">
              <a:avLst/>
            </a:prstGeom>
            <a:solidFill>
              <a:srgbClr val="F7D5CD"/>
            </a:soli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>
              <a:noAutofit/>
            </a:bodyPr>
            <a:lstStyle/>
            <a:p>
              <a:r>
                <a:rPr lang="en-GB">
                  <a:solidFill>
                    <a:srgbClr val="000000"/>
                  </a:solidFill>
                  <a:latin typeface="Aptos" panose="020B0004020202020204" pitchFamily="34" charset="0"/>
                </a:rPr>
                <a:t>No border cell</a:t>
              </a:r>
            </a:p>
            <a:p>
              <a:r>
                <a:rPr lang="en-GB">
                  <a:solidFill>
                    <a:srgbClr val="FF0000"/>
                  </a:solidFill>
                  <a:latin typeface="Aptos" panose="020B0004020202020204" pitchFamily="34" charset="0"/>
                </a:rPr>
                <a:t>Different font- full border</a:t>
              </a:r>
            </a:p>
          </p:txBody>
        </p:sp>
        <p:cxnSp>
          <p:nvCxnSpPr>
            <p:cNvPr id="33" name="T2S_Straight Connector 32">
              <a:extLst>
                <a:ext uri="{FF2B5EF4-FFF2-40B4-BE49-F238E27FC236}">
                  <a16:creationId xmlns:a16="http://schemas.microsoft.com/office/drawing/2014/main" id="{5EB9E65D-BF91-5773-7D51-C3B9DC305BE8}"/>
                </a:ext>
              </a:extLst>
            </p:cNvPr>
            <p:cNvCxnSpPr/>
            <p:nvPr/>
          </p:nvCxnSpPr>
          <p:spPr>
            <a:xfrm>
              <a:off x="1837309" y="452107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T2S_Straight Connector 33">
              <a:extLst>
                <a:ext uri="{FF2B5EF4-FFF2-40B4-BE49-F238E27FC236}">
                  <a16:creationId xmlns:a16="http://schemas.microsoft.com/office/drawing/2014/main" id="{69C4DAF5-DB33-7EC0-92D8-3447B0FA24C1}"/>
                </a:ext>
              </a:extLst>
            </p:cNvPr>
            <p:cNvCxnSpPr/>
            <p:nvPr/>
          </p:nvCxnSpPr>
          <p:spPr>
            <a:xfrm>
              <a:off x="1837309" y="5161153"/>
              <a:ext cx="0" cy="91440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T2S_Straight Connector 34">
              <a:extLst>
                <a:ext uri="{FF2B5EF4-FFF2-40B4-BE49-F238E27FC236}">
                  <a16:creationId xmlns:a16="http://schemas.microsoft.com/office/drawing/2014/main" id="{596CE2A7-8E10-CDD7-AE98-DE4224B36D4B}"/>
                </a:ext>
              </a:extLst>
            </p:cNvPr>
            <p:cNvCxnSpPr/>
            <p:nvPr/>
          </p:nvCxnSpPr>
          <p:spPr>
            <a:xfrm>
              <a:off x="1837309" y="607555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T2S_Straight Connector 35">
              <a:extLst>
                <a:ext uri="{FF2B5EF4-FFF2-40B4-BE49-F238E27FC236}">
                  <a16:creationId xmlns:a16="http://schemas.microsoft.com/office/drawing/2014/main" id="{79EA7A53-08CB-B28F-8E97-AE112CEE0D98}"/>
                </a:ext>
              </a:extLst>
            </p:cNvPr>
            <p:cNvCxnSpPr/>
            <p:nvPr/>
          </p:nvCxnSpPr>
          <p:spPr>
            <a:xfrm>
              <a:off x="4546600" y="452107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T2S_Straight Connector 36">
              <a:extLst>
                <a:ext uri="{FF2B5EF4-FFF2-40B4-BE49-F238E27FC236}">
                  <a16:creationId xmlns:a16="http://schemas.microsoft.com/office/drawing/2014/main" id="{FD8C52DC-2426-8B92-9C5C-BA1927C9C8D9}"/>
                </a:ext>
              </a:extLst>
            </p:cNvPr>
            <p:cNvCxnSpPr/>
            <p:nvPr/>
          </p:nvCxnSpPr>
          <p:spPr>
            <a:xfrm>
              <a:off x="4546600" y="5161153"/>
              <a:ext cx="0" cy="91440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T2S_Straight Connector 37">
              <a:extLst>
                <a:ext uri="{FF2B5EF4-FFF2-40B4-BE49-F238E27FC236}">
                  <a16:creationId xmlns:a16="http://schemas.microsoft.com/office/drawing/2014/main" id="{E90CDDD9-CECB-DE0C-2FD0-58F180024424}"/>
                </a:ext>
              </a:extLst>
            </p:cNvPr>
            <p:cNvCxnSpPr/>
            <p:nvPr/>
          </p:nvCxnSpPr>
          <p:spPr>
            <a:xfrm>
              <a:off x="4546600" y="607555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T2S_Straight Connector 38">
              <a:extLst>
                <a:ext uri="{FF2B5EF4-FFF2-40B4-BE49-F238E27FC236}">
                  <a16:creationId xmlns:a16="http://schemas.microsoft.com/office/drawing/2014/main" id="{4D8B891B-3F89-4288-F5BE-3C978AF50A36}"/>
                </a:ext>
              </a:extLst>
            </p:cNvPr>
            <p:cNvCxnSpPr/>
            <p:nvPr/>
          </p:nvCxnSpPr>
          <p:spPr>
            <a:xfrm>
              <a:off x="9965309" y="4150233"/>
              <a:ext cx="0" cy="37084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T2S_Straight Connector 39">
              <a:extLst>
                <a:ext uri="{FF2B5EF4-FFF2-40B4-BE49-F238E27FC236}">
                  <a16:creationId xmlns:a16="http://schemas.microsoft.com/office/drawing/2014/main" id="{39980C92-99E5-521A-4D6C-A89948CE7DAB}"/>
                </a:ext>
              </a:extLst>
            </p:cNvPr>
            <p:cNvCxnSpPr/>
            <p:nvPr/>
          </p:nvCxnSpPr>
          <p:spPr>
            <a:xfrm>
              <a:off x="9965309" y="452107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T2S_Straight Connector 40">
              <a:extLst>
                <a:ext uri="{FF2B5EF4-FFF2-40B4-BE49-F238E27FC236}">
                  <a16:creationId xmlns:a16="http://schemas.microsoft.com/office/drawing/2014/main" id="{11BB3476-8ACB-4950-8A93-4795AC101AE7}"/>
                </a:ext>
              </a:extLst>
            </p:cNvPr>
            <p:cNvCxnSpPr/>
            <p:nvPr/>
          </p:nvCxnSpPr>
          <p:spPr>
            <a:xfrm>
              <a:off x="9965309" y="5161153"/>
              <a:ext cx="0" cy="91440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T2S_Straight Connector 41">
              <a:extLst>
                <a:ext uri="{FF2B5EF4-FFF2-40B4-BE49-F238E27FC236}">
                  <a16:creationId xmlns:a16="http://schemas.microsoft.com/office/drawing/2014/main" id="{B398ED3E-6D5D-B643-58A9-F123DCECDF10}"/>
                </a:ext>
              </a:extLst>
            </p:cNvPr>
            <p:cNvCxnSpPr/>
            <p:nvPr/>
          </p:nvCxnSpPr>
          <p:spPr>
            <a:xfrm>
              <a:off x="9965309" y="6075553"/>
              <a:ext cx="0" cy="64008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T2S_Straight Connector 42">
              <a:extLst>
                <a:ext uri="{FF2B5EF4-FFF2-40B4-BE49-F238E27FC236}">
                  <a16:creationId xmlns:a16="http://schemas.microsoft.com/office/drawing/2014/main" id="{2EF60C87-19FA-0780-47A3-ED9FB5C9E09C}"/>
                </a:ext>
              </a:extLst>
            </p:cNvPr>
            <p:cNvCxnSpPr/>
            <p:nvPr/>
          </p:nvCxnSpPr>
          <p:spPr>
            <a:xfrm>
              <a:off x="4546600" y="4150233"/>
              <a:ext cx="5418709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T2S_Straight Connector 43">
              <a:extLst>
                <a:ext uri="{FF2B5EF4-FFF2-40B4-BE49-F238E27FC236}">
                  <a16:creationId xmlns:a16="http://schemas.microsoft.com/office/drawing/2014/main" id="{06FDE81E-75D6-395F-8553-21DA99B1E888}"/>
                </a:ext>
              </a:extLst>
            </p:cNvPr>
            <p:cNvCxnSpPr/>
            <p:nvPr/>
          </p:nvCxnSpPr>
          <p:spPr>
            <a:xfrm>
              <a:off x="4546600" y="4521073"/>
              <a:ext cx="5418709" cy="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T2S_Straight Connector 44">
              <a:extLst>
                <a:ext uri="{FF2B5EF4-FFF2-40B4-BE49-F238E27FC236}">
                  <a16:creationId xmlns:a16="http://schemas.microsoft.com/office/drawing/2014/main" id="{8BC18FAB-EB7B-954B-5761-3B6AC7333B04}"/>
                </a:ext>
              </a:extLst>
            </p:cNvPr>
            <p:cNvCxnSpPr/>
            <p:nvPr/>
          </p:nvCxnSpPr>
          <p:spPr>
            <a:xfrm>
              <a:off x="1837309" y="5161153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T2S_Straight Connector 45">
              <a:extLst>
                <a:ext uri="{FF2B5EF4-FFF2-40B4-BE49-F238E27FC236}">
                  <a16:creationId xmlns:a16="http://schemas.microsoft.com/office/drawing/2014/main" id="{4907C901-27D5-D4E2-F781-F7C5F795E915}"/>
                </a:ext>
              </a:extLst>
            </p:cNvPr>
            <p:cNvCxnSpPr/>
            <p:nvPr/>
          </p:nvCxnSpPr>
          <p:spPr>
            <a:xfrm>
              <a:off x="1837309" y="6075553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T2S_Straight Connector 46">
              <a:extLst>
                <a:ext uri="{FF2B5EF4-FFF2-40B4-BE49-F238E27FC236}">
                  <a16:creationId xmlns:a16="http://schemas.microsoft.com/office/drawing/2014/main" id="{8A92F401-F677-7D4C-00A9-6EF8719027F7}"/>
                </a:ext>
              </a:extLst>
            </p:cNvPr>
            <p:cNvCxnSpPr/>
            <p:nvPr/>
          </p:nvCxnSpPr>
          <p:spPr>
            <a:xfrm>
              <a:off x="4546600" y="6075553"/>
              <a:ext cx="5418709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T2S_Straight Connector 47">
              <a:extLst>
                <a:ext uri="{FF2B5EF4-FFF2-40B4-BE49-F238E27FC236}">
                  <a16:creationId xmlns:a16="http://schemas.microsoft.com/office/drawing/2014/main" id="{7199E14A-BE6E-ECBC-2A44-F977C010CC7B}"/>
                </a:ext>
              </a:extLst>
            </p:cNvPr>
            <p:cNvCxnSpPr/>
            <p:nvPr/>
          </p:nvCxnSpPr>
          <p:spPr>
            <a:xfrm>
              <a:off x="1837309" y="6715633"/>
              <a:ext cx="2709291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T2S_Straight Connector 48">
              <a:extLst>
                <a:ext uri="{FF2B5EF4-FFF2-40B4-BE49-F238E27FC236}">
                  <a16:creationId xmlns:a16="http://schemas.microsoft.com/office/drawing/2014/main" id="{3085D497-8267-9611-1EB1-EA13C263E51A}"/>
                </a:ext>
              </a:extLst>
            </p:cNvPr>
            <p:cNvCxnSpPr/>
            <p:nvPr/>
          </p:nvCxnSpPr>
          <p:spPr>
            <a:xfrm>
              <a:off x="4546600" y="6715633"/>
              <a:ext cx="5418709" cy="0"/>
            </a:xfrm>
            <a:prstGeom prst="line">
              <a:avLst/>
            </a:prstGeom>
            <a:ln w="1270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8454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205</Words>
  <Application>Microsoft Office PowerPoint</Application>
  <PresentationFormat>Widescreen</PresentationFormat>
  <Paragraphs>89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Agency FB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Rezzou, Ayman (CAI - Leeds - CON)</dc:creator>
  <cp:lastModifiedBy>Rezzou, Ayman (CAI - Leeds - CON)</cp:lastModifiedBy>
  <cp:revision>2</cp:revision>
  <dcterms:created xsi:type="dcterms:W3CDTF">2026-07-21T13:22:26Z</dcterms:created>
  <dcterms:modified xsi:type="dcterms:W3CDTF">2026-07-24T14:13:16Z</dcterms:modified>
</cp:coreProperties>
</file>